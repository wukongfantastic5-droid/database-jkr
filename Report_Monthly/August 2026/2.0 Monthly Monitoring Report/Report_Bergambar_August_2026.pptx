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6159" r:id="rId1"/>
  </p:sldMasterIdLst>
  <p:notesMasterIdLst>
    <p:notesMasterId r:id="rId88"/>
  </p:notesMasterIdLst>
  <p:handoutMasterIdLst>
    <p:handoutMasterId r:id="rId89"/>
  </p:handoutMasterIdLst>
  <p:sldIdLst>
    <p:sldId id="256" r:id="rId2"/>
    <p:sldId id="277" r:id="rId3"/>
    <p:sldId id="354" r:id="rId4"/>
    <p:sldId id="257" r:id="rId5"/>
    <p:sldId id="274" r:id="rId6"/>
    <p:sldId id="278" r:id="rId7"/>
    <p:sldId id="279" r:id="rId8"/>
    <p:sldId id="280" r:id="rId9"/>
    <p:sldId id="272" r:id="rId10"/>
    <p:sldId id="263" r:id="rId11"/>
    <p:sldId id="281" r:id="rId12"/>
    <p:sldId id="286" r:id="rId13"/>
    <p:sldId id="287" r:id="rId14"/>
    <p:sldId id="288" r:id="rId15"/>
    <p:sldId id="273" r:id="rId16"/>
    <p:sldId id="289" r:id="rId17"/>
    <p:sldId id="290" r:id="rId18"/>
    <p:sldId id="282" r:id="rId19"/>
    <p:sldId id="283" r:id="rId20"/>
    <p:sldId id="291" r:id="rId21"/>
    <p:sldId id="264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59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55" r:id="rId58"/>
    <p:sldId id="356" r:id="rId59"/>
    <p:sldId id="265" r:id="rId60"/>
    <p:sldId id="328" r:id="rId61"/>
    <p:sldId id="329" r:id="rId62"/>
    <p:sldId id="330" r:id="rId63"/>
    <p:sldId id="331" r:id="rId64"/>
    <p:sldId id="332" r:id="rId65"/>
    <p:sldId id="333" r:id="rId66"/>
    <p:sldId id="358" r:id="rId67"/>
    <p:sldId id="357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</p:sldIdLst>
  <p:sldSz cx="9144000" cy="6858000" type="screen4x3"/>
  <p:notesSz cx="9926638" cy="67976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200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9" Type="http://schemas.openxmlformats.org/officeDocument/2006/relationships/slide" Target="slides/slide1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61" Type="http://schemas.openxmlformats.org/officeDocument/2006/relationships/slide" Target="slides/slide61.xml"/><Relationship Id="rId82" Type="http://schemas.openxmlformats.org/officeDocument/2006/relationships/slide" Target="slides/slide8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inal Che hassan" userId="4fd0af43aa7c823e" providerId="LiveId" clId="{04C48F45-3ADF-4C5D-8F72-6E9AFFDA5551}"/>
    <pc:docChg chg="undo custSel modSld">
      <pc:chgData name="Zainal Che hassan" userId="4fd0af43aa7c823e" providerId="LiveId" clId="{04C48F45-3ADF-4C5D-8F72-6E9AFFDA5551}" dt="2026-08-19T22:43:21.872" v="144" actId="478"/>
      <pc:docMkLst>
        <pc:docMk/>
      </pc:docMkLst>
      <pc:sldChg chg="delSp mod">
        <pc:chgData name="Zainal Che hassan" userId="4fd0af43aa7c823e" providerId="LiveId" clId="{04C48F45-3ADF-4C5D-8F72-6E9AFFDA5551}" dt="2026-08-19T22:36:55.191" v="6" actId="478"/>
        <pc:sldMkLst>
          <pc:docMk/>
          <pc:sldMk cId="3633359422" sldId="257"/>
        </pc:sldMkLst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0" creationId="{3BB61426-1D67-BC00-1F08-DA1944D1DAA1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3" creationId="{25E955B7-C1F3-A104-3ED2-48A4ACC8C91C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20" creationId="{AC9709EA-C6FD-4F05-894A-E12FF4CDA17A}"/>
          </ac:spMkLst>
        </pc:spChg>
        <pc:grpChg chg="del">
          <ac:chgData name="Zainal Che hassan" userId="4fd0af43aa7c823e" providerId="LiveId" clId="{04C48F45-3ADF-4C5D-8F72-6E9AFFDA5551}" dt="2026-08-19T22:36:55.191" v="6" actId="478"/>
          <ac:grpSpMkLst>
            <pc:docMk/>
            <pc:sldMk cId="3633359422" sldId="257"/>
            <ac:grpSpMk id="7" creationId="{7768F714-D315-6114-B388-EFD4215B1EE4}"/>
          </ac:grpSpMkLst>
        </pc:grpChg>
      </pc:sldChg>
      <pc:sldChg chg="delSp mod">
        <pc:chgData name="Zainal Che hassan" userId="4fd0af43aa7c823e" providerId="LiveId" clId="{04C48F45-3ADF-4C5D-8F72-6E9AFFDA5551}" dt="2026-08-19T22:37:34.170" v="12" actId="478"/>
        <pc:sldMkLst>
          <pc:docMk/>
          <pc:sldMk cId="1768522011" sldId="263"/>
        </pc:sldMkLst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7" creationId="{7BE6BE05-E936-6B3F-D9F5-0A645A749893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0" creationId="{722AB8BD-DDC5-8576-4735-BFEF1B863D6D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4" creationId="{81D532A6-6CDE-3BFE-0687-8667FC35445C}"/>
          </ac:spMkLst>
        </pc:spChg>
        <pc:grpChg chg="del">
          <ac:chgData name="Zainal Che hassan" userId="4fd0af43aa7c823e" providerId="LiveId" clId="{04C48F45-3ADF-4C5D-8F72-6E9AFFDA5551}" dt="2026-08-19T22:37:34.170" v="12" actId="478"/>
          <ac:grpSpMkLst>
            <pc:docMk/>
            <pc:sldMk cId="1768522011" sldId="263"/>
            <ac:grpSpMk id="24" creationId="{CCA67414-4385-49EE-8CC9-8B672B814FBC}"/>
          </ac:grpSpMkLst>
        </pc:grpChg>
      </pc:sldChg>
      <pc:sldChg chg="delSp mod">
        <pc:chgData name="Zainal Che hassan" userId="4fd0af43aa7c823e" providerId="LiveId" clId="{04C48F45-3ADF-4C5D-8F72-6E9AFFDA5551}" dt="2026-08-19T22:38:37.671" v="23" actId="478"/>
        <pc:sldMkLst>
          <pc:docMk/>
          <pc:sldMk cId="2328650861" sldId="264"/>
        </pc:sldMkLst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7" creationId="{A2D2FCDE-8F59-55A9-24E4-6010EDAC7081}"/>
          </ac:spMkLst>
        </pc:spChg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10" creationId="{4307810F-EAA3-196D-7A13-4F8D218760CF}"/>
          </ac:spMkLst>
        </pc:spChg>
        <pc:grpChg chg="del">
          <ac:chgData name="Zainal Che hassan" userId="4fd0af43aa7c823e" providerId="LiveId" clId="{04C48F45-3ADF-4C5D-8F72-6E9AFFDA5551}" dt="2026-08-19T22:38:37.671" v="23" actId="478"/>
          <ac:grpSpMkLst>
            <pc:docMk/>
            <pc:sldMk cId="2328650861" sldId="264"/>
            <ac:grpSpMk id="31" creationId="{8B793BB0-D90D-41F7-9925-67CBA2E5EC29}"/>
          </ac:grpSpMkLst>
        </pc:grpChg>
      </pc:sldChg>
      <pc:sldChg chg="delSp mod">
        <pc:chgData name="Zainal Che hassan" userId="4fd0af43aa7c823e" providerId="LiveId" clId="{04C48F45-3ADF-4C5D-8F72-6E9AFFDA5551}" dt="2026-08-19T22:41:14.953" v="89" actId="478"/>
        <pc:sldMkLst>
          <pc:docMk/>
          <pc:sldMk cId="3216435334" sldId="265"/>
        </pc:sldMkLst>
        <pc:spChg chg="del">
          <ac:chgData name="Zainal Che hassan" userId="4fd0af43aa7c823e" providerId="LiveId" clId="{04C48F45-3ADF-4C5D-8F72-6E9AFFDA5551}" dt="2026-08-19T22:41:14.953" v="89" actId="478"/>
          <ac:spMkLst>
            <pc:docMk/>
            <pc:sldMk cId="3216435334" sldId="265"/>
            <ac:spMk id="14" creationId="{EC41661F-A0BE-89E9-387D-5F7BE199E99D}"/>
          </ac:spMkLst>
        </pc:s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3" creationId="{FDBF0B08-AB02-F06E-F0B0-EAAB67BBB281}"/>
          </ac:grpSpMkLst>
        </pc:gr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23" creationId="{13AA9BA8-0396-AE46-1C85-30686983F3AC}"/>
          </ac:grpSpMkLst>
        </pc:grpChg>
      </pc:sldChg>
      <pc:sldChg chg="delSp mod">
        <pc:chgData name="Zainal Che hassan" userId="4fd0af43aa7c823e" providerId="LiveId" clId="{04C48F45-3ADF-4C5D-8F72-6E9AFFDA5551}" dt="2026-08-19T22:37:28.400" v="11" actId="478"/>
        <pc:sldMkLst>
          <pc:docMk/>
          <pc:sldMk cId="286637129" sldId="272"/>
        </pc:sldMkLst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8" creationId="{97547A16-8967-B882-0D35-1C9CAE640C60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3" creationId="{2A1CF2C2-51D7-14CB-448C-29D08EBD79B2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6" creationId="{9D9F1AA9-6087-FC74-FFB0-113962760F48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9" creationId="{FFDEE648-C92F-CEDE-E3A3-69269D70FEEF}"/>
          </ac:spMkLst>
        </pc:sp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7" creationId="{B3338703-6164-4EC7-9224-5568C5076792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2" creationId="{B3EED9EC-B6F4-408B-8AD8-9DB6566A8038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7" creationId="{C06EA824-C082-4C69-953F-6028A2A2121A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20" creationId="{7FE538DC-DEB8-46F7-BE65-B601DF5B563E}"/>
          </ac:picMkLst>
        </pc:picChg>
      </pc:sldChg>
      <pc:sldChg chg="delSp mod">
        <pc:chgData name="Zainal Che hassan" userId="4fd0af43aa7c823e" providerId="LiveId" clId="{04C48F45-3ADF-4C5D-8F72-6E9AFFDA5551}" dt="2026-08-19T22:38:09.027" v="17" actId="478"/>
        <pc:sldMkLst>
          <pc:docMk/>
          <pc:sldMk cId="120554103" sldId="273"/>
        </pc:sldMkLst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0" creationId="{89EB4371-FE5A-C85D-70A1-F8A0B73D9571}"/>
          </ac:spMkLst>
        </pc:spChg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2" creationId="{7A43F0CA-421D-2EF2-F545-8F521DED59FA}"/>
          </ac:spMkLst>
        </pc:spChg>
        <pc:grpChg chg="del">
          <ac:chgData name="Zainal Che hassan" userId="4fd0af43aa7c823e" providerId="LiveId" clId="{04C48F45-3ADF-4C5D-8F72-6E9AFFDA5551}" dt="2026-08-19T22:38:09.027" v="17" actId="478"/>
          <ac:grpSpMkLst>
            <pc:docMk/>
            <pc:sldMk cId="120554103" sldId="273"/>
            <ac:grpSpMk id="19" creationId="{BB57CF24-9B4F-42B2-B08E-29FB86DB279E}"/>
          </ac:grpSpMkLst>
        </pc:grpChg>
      </pc:sldChg>
      <pc:sldChg chg="delSp mod">
        <pc:chgData name="Zainal Che hassan" userId="4fd0af43aa7c823e" providerId="LiveId" clId="{04C48F45-3ADF-4C5D-8F72-6E9AFFDA5551}" dt="2026-08-19T22:37:01.754" v="7" actId="478"/>
        <pc:sldMkLst>
          <pc:docMk/>
          <pc:sldMk cId="1498805096" sldId="274"/>
        </pc:sldMkLst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8" creationId="{EEAF8919-8906-06BA-D6D3-F4C2F7E6A6E9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2" creationId="{588C6947-0A3D-3282-9DD9-A988253019E4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6" creationId="{5163CEE1-8D48-E01A-B197-70EBA5F1BDC3}"/>
          </ac:spMkLst>
        </pc:spChg>
        <pc:grpChg chg="del">
          <ac:chgData name="Zainal Che hassan" userId="4fd0af43aa7c823e" providerId="LiveId" clId="{04C48F45-3ADF-4C5D-8F72-6E9AFFDA5551}" dt="2026-08-19T22:37:01.754" v="7" actId="478"/>
          <ac:grpSpMkLst>
            <pc:docMk/>
            <pc:sldMk cId="1498805096" sldId="274"/>
            <ac:grpSpMk id="3" creationId="{2455C9FD-0D72-4A1D-51FA-CC94BE5193F4}"/>
          </ac:grpSpMkLst>
        </pc:grpChg>
      </pc:sldChg>
      <pc:sldChg chg="delSp mod">
        <pc:chgData name="Zainal Che hassan" userId="4fd0af43aa7c823e" providerId="LiveId" clId="{04C48F45-3ADF-4C5D-8F72-6E9AFFDA5551}" dt="2026-08-19T22:37:09.847" v="8" actId="478"/>
        <pc:sldMkLst>
          <pc:docMk/>
          <pc:sldMk cId="990102709" sldId="278"/>
        </pc:sldMkLst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2" creationId="{C43464D7-79A8-6182-5480-F1FBEDE5DC61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6" creationId="{114DD574-5221-9678-28A8-7F6D328B16EA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20" creationId="{FC15D7FB-B09C-69FF-ADF1-5D1A1989A4E2}"/>
          </ac:spMkLst>
        </pc:spChg>
        <pc:grpChg chg="del">
          <ac:chgData name="Zainal Che hassan" userId="4fd0af43aa7c823e" providerId="LiveId" clId="{04C48F45-3ADF-4C5D-8F72-6E9AFFDA5551}" dt="2026-08-19T22:37:09.847" v="8" actId="478"/>
          <ac:grpSpMkLst>
            <pc:docMk/>
            <pc:sldMk cId="990102709" sldId="278"/>
            <ac:grpSpMk id="7" creationId="{CC59FA60-859F-AAB7-3D72-BE517E164B3F}"/>
          </ac:grpSpMkLst>
        </pc:grpChg>
      </pc:sldChg>
      <pc:sldChg chg="delSp mod">
        <pc:chgData name="Zainal Che hassan" userId="4fd0af43aa7c823e" providerId="LiveId" clId="{04C48F45-3ADF-4C5D-8F72-6E9AFFDA5551}" dt="2026-08-19T22:37:16.062" v="9" actId="478"/>
        <pc:sldMkLst>
          <pc:docMk/>
          <pc:sldMk cId="3543370562" sldId="279"/>
        </pc:sldMkLst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2" creationId="{83722437-1A64-D1A1-E368-CBD6F1D92B3E}"/>
          </ac:spMkLst>
        </pc:spChg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6" creationId="{33D782DC-5011-03A7-BB7C-407FC52BD4DF}"/>
          </ac:spMkLst>
        </pc:spChg>
        <pc:grpChg chg="del">
          <ac:chgData name="Zainal Che hassan" userId="4fd0af43aa7c823e" providerId="LiveId" clId="{04C48F45-3ADF-4C5D-8F72-6E9AFFDA5551}" dt="2026-08-19T22:37:16.062" v="9" actId="478"/>
          <ac:grpSpMkLst>
            <pc:docMk/>
            <pc:sldMk cId="3543370562" sldId="279"/>
            <ac:grpSpMk id="10" creationId="{2FCB65D8-F4DC-3DA5-200F-08A588161350}"/>
          </ac:grpSpMkLst>
        </pc:grpChg>
      </pc:sldChg>
      <pc:sldChg chg="delSp mod">
        <pc:chgData name="Zainal Che hassan" userId="4fd0af43aa7c823e" providerId="LiveId" clId="{04C48F45-3ADF-4C5D-8F72-6E9AFFDA5551}" dt="2026-08-19T22:37:21.154" v="10" actId="478"/>
        <pc:sldMkLst>
          <pc:docMk/>
          <pc:sldMk cId="1085975896" sldId="280"/>
        </pc:sldMkLst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8" creationId="{83C2C422-816C-FC2E-0653-5B3088C14C8B}"/>
          </ac:spMkLst>
        </pc:spChg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13" creationId="{234A3003-6CC5-F715-A0AB-9DC8CD1D7DA0}"/>
          </ac:spMkLst>
        </pc:sp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0" creationId="{F650E417-8398-4B66-97AB-84DF61E15E15}"/>
          </ac:picMkLst>
        </pc:pic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9" creationId="{271132FC-84F8-4579-9A0C-31510267D3E9}"/>
          </ac:picMkLst>
        </pc:picChg>
      </pc:sldChg>
      <pc:sldChg chg="delSp mod">
        <pc:chgData name="Zainal Che hassan" userId="4fd0af43aa7c823e" providerId="LiveId" clId="{04C48F45-3ADF-4C5D-8F72-6E9AFFDA5551}" dt="2026-08-19T22:37:40.119" v="13" actId="478"/>
        <pc:sldMkLst>
          <pc:docMk/>
          <pc:sldMk cId="2839361966" sldId="281"/>
        </pc:sldMkLst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7" creationId="{69174EEB-66E7-C578-AAC2-904603455E0A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0" creationId="{B2A0D695-B25F-548C-1C39-480A5D8060AC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3" creationId="{DB653BB7-73C4-9C55-7ADD-C4E3A96CA73B}"/>
          </ac:spMkLst>
        </pc:spChg>
        <pc:grpChg chg="del">
          <ac:chgData name="Zainal Che hassan" userId="4fd0af43aa7c823e" providerId="LiveId" clId="{04C48F45-3ADF-4C5D-8F72-6E9AFFDA5551}" dt="2026-08-19T22:37:40.119" v="13" actId="478"/>
          <ac:grpSpMkLst>
            <pc:docMk/>
            <pc:sldMk cId="2839361966" sldId="281"/>
            <ac:grpSpMk id="27" creationId="{7881BE55-62CE-45CD-AEB7-3A48E6E383A5}"/>
          </ac:grpSpMkLst>
        </pc:grpChg>
      </pc:sldChg>
      <pc:sldChg chg="delSp mod">
        <pc:chgData name="Zainal Che hassan" userId="4fd0af43aa7c823e" providerId="LiveId" clId="{04C48F45-3ADF-4C5D-8F72-6E9AFFDA5551}" dt="2026-08-19T22:38:23.365" v="20" actId="478"/>
        <pc:sldMkLst>
          <pc:docMk/>
          <pc:sldMk cId="4059275353" sldId="282"/>
        </pc:sldMkLst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8" creationId="{D2585383-02ED-78C7-67F1-3DC8224B530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3" creationId="{44C93CA3-D361-344E-96AF-9FBF314073B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9" creationId="{1D4D0660-1516-28CA-F712-7AF3CB2AAD0F}"/>
          </ac:spMkLst>
        </pc:spChg>
        <pc:grpChg chg="del">
          <ac:chgData name="Zainal Che hassan" userId="4fd0af43aa7c823e" providerId="LiveId" clId="{04C48F45-3ADF-4C5D-8F72-6E9AFFDA5551}" dt="2026-08-19T22:38:23.365" v="20" actId="478"/>
          <ac:grpSpMkLst>
            <pc:docMk/>
            <pc:sldMk cId="4059275353" sldId="282"/>
            <ac:grpSpMk id="17" creationId="{ECC16A9E-56C5-A650-1FE5-86413C902248}"/>
          </ac:grpSpMkLst>
        </pc:grpChg>
      </pc:sldChg>
      <pc:sldChg chg="delSp mod">
        <pc:chgData name="Zainal Che hassan" userId="4fd0af43aa7c823e" providerId="LiveId" clId="{04C48F45-3ADF-4C5D-8F72-6E9AFFDA5551}" dt="2026-08-19T22:38:27.263" v="21" actId="478"/>
        <pc:sldMkLst>
          <pc:docMk/>
          <pc:sldMk cId="1881644232" sldId="283"/>
        </pc:sldMkLst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7" creationId="{0626A06A-E51B-5C36-E1A5-F4DC8258A28E}"/>
          </ac:spMkLst>
        </pc:spChg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12" creationId="{5D6FCD6F-14F5-95D3-6296-B37A7D7DFCA7}"/>
          </ac:spMkLst>
        </pc:spChg>
        <pc:grpChg chg="del">
          <ac:chgData name="Zainal Che hassan" userId="4fd0af43aa7c823e" providerId="LiveId" clId="{04C48F45-3ADF-4C5D-8F72-6E9AFFDA5551}" dt="2026-08-19T22:38:27.263" v="21" actId="478"/>
          <ac:grpSpMkLst>
            <pc:docMk/>
            <pc:sldMk cId="1881644232" sldId="283"/>
            <ac:grpSpMk id="16" creationId="{E9B0037A-CC51-B5A8-B789-84DE3C7B731A}"/>
          </ac:grpSpMkLst>
        </pc:grpChg>
      </pc:sldChg>
      <pc:sldChg chg="delSp mod">
        <pc:chgData name="Zainal Che hassan" userId="4fd0af43aa7c823e" providerId="LiveId" clId="{04C48F45-3ADF-4C5D-8F72-6E9AFFDA5551}" dt="2026-08-19T22:37:48.506" v="14" actId="478"/>
        <pc:sldMkLst>
          <pc:docMk/>
          <pc:sldMk cId="2106457380" sldId="286"/>
        </pc:sldMkLst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8" creationId="{E94F346E-4BB0-7F8B-5E38-389A2C7989E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3" creationId="{FEF8E4C0-19BB-ECE3-25E4-6F44D12DC98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8" creationId="{91DA142C-7B7A-7E32-80B0-0997C2AA75B5}"/>
          </ac:spMkLst>
        </pc:spChg>
        <pc:grpChg chg="del">
          <ac:chgData name="Zainal Che hassan" userId="4fd0af43aa7c823e" providerId="LiveId" clId="{04C48F45-3ADF-4C5D-8F72-6E9AFFDA5551}" dt="2026-08-19T22:37:48.506" v="14" actId="478"/>
          <ac:grpSpMkLst>
            <pc:docMk/>
            <pc:sldMk cId="2106457380" sldId="286"/>
            <ac:grpSpMk id="16" creationId="{4D6FD8F5-90A1-4DDE-94B2-DE516A46D580}"/>
          </ac:grpSpMkLst>
        </pc:grpChg>
      </pc:sldChg>
      <pc:sldChg chg="delSp mod">
        <pc:chgData name="Zainal Che hassan" userId="4fd0af43aa7c823e" providerId="LiveId" clId="{04C48F45-3ADF-4C5D-8F72-6E9AFFDA5551}" dt="2026-08-19T22:37:57.187" v="15" actId="478"/>
        <pc:sldMkLst>
          <pc:docMk/>
          <pc:sldMk cId="1282906767" sldId="287"/>
        </pc:sldMkLst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7" creationId="{1792243A-D112-8F6A-D6FF-A76FE412850E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2" creationId="{1A981276-4FB0-AE10-D94B-41E3497BEBF3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6" creationId="{F1A54709-CAA3-C796-9111-EF31F30BCF50}"/>
          </ac:spMkLst>
        </pc:spChg>
        <pc:grpChg chg="del">
          <ac:chgData name="Zainal Che hassan" userId="4fd0af43aa7c823e" providerId="LiveId" clId="{04C48F45-3ADF-4C5D-8F72-6E9AFFDA5551}" dt="2026-08-19T22:37:57.187" v="15" actId="478"/>
          <ac:grpSpMkLst>
            <pc:docMk/>
            <pc:sldMk cId="1282906767" sldId="287"/>
            <ac:grpSpMk id="19" creationId="{6F357105-C528-4017-A59C-D10189C27701}"/>
          </ac:grpSpMkLst>
        </pc:grpChg>
      </pc:sldChg>
      <pc:sldChg chg="delSp mod">
        <pc:chgData name="Zainal Che hassan" userId="4fd0af43aa7c823e" providerId="LiveId" clId="{04C48F45-3ADF-4C5D-8F72-6E9AFFDA5551}" dt="2026-08-19T22:38:03.220" v="16" actId="478"/>
        <pc:sldMkLst>
          <pc:docMk/>
          <pc:sldMk cId="2946668790" sldId="288"/>
        </pc:sldMkLst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8" creationId="{34C9EA69-C947-3BFE-686E-AAAD754A6A4C}"/>
          </ac:spMkLst>
        </pc:spChg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12" creationId="{41FEA493-EA85-1B25-09C0-80C196BBB1DC}"/>
          </ac:spMkLst>
        </pc:spChg>
        <pc:grpChg chg="del">
          <ac:chgData name="Zainal Che hassan" userId="4fd0af43aa7c823e" providerId="LiveId" clId="{04C48F45-3ADF-4C5D-8F72-6E9AFFDA5551}" dt="2026-08-19T22:38:03.220" v="16" actId="478"/>
          <ac:grpSpMkLst>
            <pc:docMk/>
            <pc:sldMk cId="2946668790" sldId="288"/>
            <ac:grpSpMk id="14" creationId="{01B4BF24-80AD-4C42-8E5C-624A3D27C001}"/>
          </ac:grpSpMkLst>
        </pc:grpChg>
      </pc:sldChg>
      <pc:sldChg chg="delSp mod">
        <pc:chgData name="Zainal Che hassan" userId="4fd0af43aa7c823e" providerId="LiveId" clId="{04C48F45-3ADF-4C5D-8F72-6E9AFFDA5551}" dt="2026-08-19T22:38:13.736" v="18" actId="478"/>
        <pc:sldMkLst>
          <pc:docMk/>
          <pc:sldMk cId="3433296152" sldId="289"/>
        </pc:sldMkLst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8" creationId="{13AEA775-D3DC-85E6-ADF7-1ED8C54510A1}"/>
          </ac:spMkLst>
        </pc:spChg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14" creationId="{6526C21D-0318-C7DD-3720-49A1D640F767}"/>
          </ac:spMkLst>
        </pc:spChg>
        <pc:grpChg chg="del">
          <ac:chgData name="Zainal Che hassan" userId="4fd0af43aa7c823e" providerId="LiveId" clId="{04C48F45-3ADF-4C5D-8F72-6E9AFFDA5551}" dt="2026-08-19T22:38:13.736" v="18" actId="478"/>
          <ac:grpSpMkLst>
            <pc:docMk/>
            <pc:sldMk cId="3433296152" sldId="289"/>
            <ac:grpSpMk id="12" creationId="{73544D00-CA55-4DB0-9D00-47D9AE7342F6}"/>
          </ac:grpSpMkLst>
        </pc:grpChg>
      </pc:sldChg>
      <pc:sldChg chg="delSp mod">
        <pc:chgData name="Zainal Che hassan" userId="4fd0af43aa7c823e" providerId="LiveId" clId="{04C48F45-3ADF-4C5D-8F72-6E9AFFDA5551}" dt="2026-08-19T22:38:17.940" v="19" actId="478"/>
        <pc:sldMkLst>
          <pc:docMk/>
          <pc:sldMk cId="1734776724" sldId="290"/>
        </pc:sldMkLst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8" creationId="{5F5BF3D4-A572-7299-185C-C96B2ECCA328}"/>
          </ac:spMkLst>
        </pc:spChg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14" creationId="{549F6AAE-F964-8405-CC7A-E3933788FA97}"/>
          </ac:spMkLst>
        </pc:spChg>
        <pc:grpChg chg="del">
          <ac:chgData name="Zainal Che hassan" userId="4fd0af43aa7c823e" providerId="LiveId" clId="{04C48F45-3ADF-4C5D-8F72-6E9AFFDA5551}" dt="2026-08-19T22:38:17.940" v="19" actId="478"/>
          <ac:grpSpMkLst>
            <pc:docMk/>
            <pc:sldMk cId="1734776724" sldId="290"/>
            <ac:grpSpMk id="12" creationId="{E805C964-7245-4670-AA05-4AE23BC90448}"/>
          </ac:grpSpMkLst>
        </pc:grpChg>
      </pc:sldChg>
      <pc:sldChg chg="delSp mod">
        <pc:chgData name="Zainal Che hassan" userId="4fd0af43aa7c823e" providerId="LiveId" clId="{04C48F45-3ADF-4C5D-8F72-6E9AFFDA5551}" dt="2026-08-19T22:38:31.574" v="22" actId="478"/>
        <pc:sldMkLst>
          <pc:docMk/>
          <pc:sldMk cId="3993703120" sldId="291"/>
        </pc:sldMkLst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7" creationId="{5A2341EC-D607-15F4-7DFE-129342D648BD}"/>
          </ac:spMkLst>
        </pc:spChg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14" creationId="{A4C3F83F-2849-923C-E048-AE0DE859450C}"/>
          </ac:spMkLst>
        </pc:spChg>
        <pc:grpChg chg="del">
          <ac:chgData name="Zainal Che hassan" userId="4fd0af43aa7c823e" providerId="LiveId" clId="{04C48F45-3ADF-4C5D-8F72-6E9AFFDA5551}" dt="2026-08-19T22:38:31.574" v="22" actId="478"/>
          <ac:grpSpMkLst>
            <pc:docMk/>
            <pc:sldMk cId="3993703120" sldId="291"/>
            <ac:grpSpMk id="13" creationId="{DE51499D-13C8-44AE-90A8-F19D8403A314}"/>
          </ac:grpSpMkLst>
        </pc:grpChg>
      </pc:sldChg>
      <pc:sldChg chg="delSp mod">
        <pc:chgData name="Zainal Che hassan" userId="4fd0af43aa7c823e" providerId="LiveId" clId="{04C48F45-3ADF-4C5D-8F72-6E9AFFDA5551}" dt="2026-08-19T22:38:42.284" v="24" actId="478"/>
        <pc:sldMkLst>
          <pc:docMk/>
          <pc:sldMk cId="1051648645" sldId="292"/>
        </pc:sldMkLst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7" creationId="{9ECFED74-FFA3-CE83-7C9B-F88AA5F4BF75}"/>
          </ac:spMkLst>
        </pc:spChg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10" creationId="{CB888B7A-6ADA-A7DF-8826-6D5841FFC844}"/>
          </ac:spMkLst>
        </pc:spChg>
        <pc:grpChg chg="del">
          <ac:chgData name="Zainal Che hassan" userId="4fd0af43aa7c823e" providerId="LiveId" clId="{04C48F45-3ADF-4C5D-8F72-6E9AFFDA5551}" dt="2026-08-19T22:38:42.284" v="24" actId="478"/>
          <ac:grpSpMkLst>
            <pc:docMk/>
            <pc:sldMk cId="1051648645" sldId="292"/>
            <ac:grpSpMk id="21" creationId="{A635F077-4A50-47B7-BCF3-A216C3627CFC}"/>
          </ac:grpSpMkLst>
        </pc:grpChg>
      </pc:sldChg>
      <pc:sldChg chg="delSp mod">
        <pc:chgData name="Zainal Che hassan" userId="4fd0af43aa7c823e" providerId="LiveId" clId="{04C48F45-3ADF-4C5D-8F72-6E9AFFDA5551}" dt="2026-08-19T22:38:47.932" v="25" actId="478"/>
        <pc:sldMkLst>
          <pc:docMk/>
          <pc:sldMk cId="3490249476" sldId="293"/>
        </pc:sldMkLst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8" creationId="{6E24EB77-76BB-FB31-9445-BCECA8BBED83}"/>
          </ac:spMkLst>
        </pc:spChg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14" creationId="{95D4CE5D-1FB0-090C-57AD-FB723F718A9D}"/>
          </ac:spMkLst>
        </pc:spChg>
        <pc:grpChg chg="del">
          <ac:chgData name="Zainal Che hassan" userId="4fd0af43aa7c823e" providerId="LiveId" clId="{04C48F45-3ADF-4C5D-8F72-6E9AFFDA5551}" dt="2026-08-19T22:38:47.932" v="25" actId="478"/>
          <ac:grpSpMkLst>
            <pc:docMk/>
            <pc:sldMk cId="3490249476" sldId="293"/>
            <ac:grpSpMk id="12" creationId="{2E677F72-A180-45C0-8593-210D38956B66}"/>
          </ac:grpSpMkLst>
        </pc:grpChg>
      </pc:sldChg>
      <pc:sldChg chg="delSp mod">
        <pc:chgData name="Zainal Che hassan" userId="4fd0af43aa7c823e" providerId="LiveId" clId="{04C48F45-3ADF-4C5D-8F72-6E9AFFDA5551}" dt="2026-08-19T22:38:50.879" v="26" actId="478"/>
        <pc:sldMkLst>
          <pc:docMk/>
          <pc:sldMk cId="3992889263" sldId="294"/>
        </pc:sldMkLst>
        <pc:spChg chg="del">
          <ac:chgData name="Zainal Che hassan" userId="4fd0af43aa7c823e" providerId="LiveId" clId="{04C48F45-3ADF-4C5D-8F72-6E9AFFDA5551}" dt="2026-08-19T22:38:50.879" v="26" actId="478"/>
          <ac:spMkLst>
            <pc:docMk/>
            <pc:sldMk cId="3992889263" sldId="294"/>
            <ac:spMk id="8" creationId="{33715153-8FD6-74CB-A9AE-3F476260BCC4}"/>
          </ac:spMkLst>
        </pc:spChg>
        <pc:picChg chg="del">
          <ac:chgData name="Zainal Che hassan" userId="4fd0af43aa7c823e" providerId="LiveId" clId="{04C48F45-3ADF-4C5D-8F72-6E9AFFDA5551}" dt="2026-08-19T22:38:50.879" v="26" actId="478"/>
          <ac:picMkLst>
            <pc:docMk/>
            <pc:sldMk cId="3992889263" sldId="294"/>
            <ac:picMk id="7" creationId="{7B2530D8-5A6E-47C1-B205-06D8C864CE80}"/>
          </ac:picMkLst>
        </pc:picChg>
      </pc:sldChg>
      <pc:sldChg chg="delSp mod">
        <pc:chgData name="Zainal Che hassan" userId="4fd0af43aa7c823e" providerId="LiveId" clId="{04C48F45-3ADF-4C5D-8F72-6E9AFFDA5551}" dt="2026-08-19T22:38:55.476" v="27" actId="478"/>
        <pc:sldMkLst>
          <pc:docMk/>
          <pc:sldMk cId="1255873107" sldId="295"/>
        </pc:sldMkLst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8" creationId="{3D7D5376-9B0F-6C30-2768-3001007532D4}"/>
          </ac:spMkLst>
        </pc:spChg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13" creationId="{AE4C64BA-190C-E9F5-1CBB-9657D16B1E10}"/>
          </ac:spMkLst>
        </pc:sp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7" creationId="{0AA2E4E4-EC87-42D0-A12D-42CC570FE22A}"/>
          </ac:picMkLst>
        </pc:pic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10" creationId="{31C0CDCC-AB0F-4D5C-AC7E-E4C1C5631706}"/>
          </ac:picMkLst>
        </pc:picChg>
      </pc:sldChg>
      <pc:sldChg chg="delSp mod">
        <pc:chgData name="Zainal Che hassan" userId="4fd0af43aa7c823e" providerId="LiveId" clId="{04C48F45-3ADF-4C5D-8F72-6E9AFFDA5551}" dt="2026-08-19T22:38:59.738" v="28" actId="478"/>
        <pc:sldMkLst>
          <pc:docMk/>
          <pc:sldMk cId="3428937941" sldId="296"/>
        </pc:sldMkLst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8" creationId="{826DC0B3-C77A-B10D-0790-EEE2EE5E1F52}"/>
          </ac:spMkLst>
        </pc:spChg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12" creationId="{2C7FF171-6D53-FAFA-B873-40E048C942D8}"/>
          </ac:spMkLst>
        </pc:sp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7" creationId="{3AE49F12-FD60-4CFE-B417-2EF62F16103C}"/>
          </ac:picMkLst>
        </pc:pic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14" creationId="{D7A7C992-D864-4B79-A9B5-5752407609CA}"/>
          </ac:picMkLst>
        </pc:picChg>
      </pc:sldChg>
      <pc:sldChg chg="delSp mod">
        <pc:chgData name="Zainal Che hassan" userId="4fd0af43aa7c823e" providerId="LiveId" clId="{04C48F45-3ADF-4C5D-8F72-6E9AFFDA5551}" dt="2026-08-19T22:39:03.832" v="29" actId="478"/>
        <pc:sldMkLst>
          <pc:docMk/>
          <pc:sldMk cId="3413336653" sldId="297"/>
        </pc:sldMkLst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8" creationId="{45678C1D-EE61-D0D9-0C86-A63E17D8D0BF}"/>
          </ac:spMkLst>
        </pc:spChg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13" creationId="{E61925F7-89D7-A67A-D413-4042B0966A59}"/>
          </ac:spMkLst>
        </pc:sp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7" creationId="{1C698092-D72F-46A9-81AC-C6CBE5FE357B}"/>
          </ac:picMkLst>
        </pc:pic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10" creationId="{47C571CB-21DC-4709-A3EA-5189D4255486}"/>
          </ac:picMkLst>
        </pc:picChg>
      </pc:sldChg>
      <pc:sldChg chg="delSp mod">
        <pc:chgData name="Zainal Che hassan" userId="4fd0af43aa7c823e" providerId="LiveId" clId="{04C48F45-3ADF-4C5D-8F72-6E9AFFDA5551}" dt="2026-08-19T22:39:07.521" v="30" actId="478"/>
        <pc:sldMkLst>
          <pc:docMk/>
          <pc:sldMk cId="1521468161" sldId="298"/>
        </pc:sldMkLst>
        <pc:grpChg chg="del">
          <ac:chgData name="Zainal Che hassan" userId="4fd0af43aa7c823e" providerId="LiveId" clId="{04C48F45-3ADF-4C5D-8F72-6E9AFFDA5551}" dt="2026-08-19T22:39:07.521" v="30" actId="478"/>
          <ac:grpSpMkLst>
            <pc:docMk/>
            <pc:sldMk cId="1521468161" sldId="298"/>
            <ac:grpSpMk id="19" creationId="{5FA05BD4-4388-4918-891C-2F0DE677987D}"/>
          </ac:grpSpMkLst>
        </pc:grpChg>
      </pc:sldChg>
      <pc:sldChg chg="delSp mod">
        <pc:chgData name="Zainal Che hassan" userId="4fd0af43aa7c823e" providerId="LiveId" clId="{04C48F45-3ADF-4C5D-8F72-6E9AFFDA5551}" dt="2026-08-19T22:39:09.595" v="31" actId="478"/>
        <pc:sldMkLst>
          <pc:docMk/>
          <pc:sldMk cId="581003388" sldId="299"/>
        </pc:sldMkLst>
        <pc:grpChg chg="del">
          <ac:chgData name="Zainal Che hassan" userId="4fd0af43aa7c823e" providerId="LiveId" clId="{04C48F45-3ADF-4C5D-8F72-6E9AFFDA5551}" dt="2026-08-19T22:39:09.595" v="31" actId="478"/>
          <ac:grpSpMkLst>
            <pc:docMk/>
            <pc:sldMk cId="581003388" sldId="299"/>
            <ac:grpSpMk id="21" creationId="{F2004F80-B4D2-4EED-B7DF-0DDD631ECECF}"/>
          </ac:grpSpMkLst>
        </pc:grpChg>
      </pc:sldChg>
      <pc:sldChg chg="delSp mod">
        <pc:chgData name="Zainal Che hassan" userId="4fd0af43aa7c823e" providerId="LiveId" clId="{04C48F45-3ADF-4C5D-8F72-6E9AFFDA5551}" dt="2026-08-19T22:39:11.484" v="32" actId="478"/>
        <pc:sldMkLst>
          <pc:docMk/>
          <pc:sldMk cId="4052498461" sldId="300"/>
        </pc:sldMkLst>
        <pc:grpChg chg="del">
          <ac:chgData name="Zainal Che hassan" userId="4fd0af43aa7c823e" providerId="LiveId" clId="{04C48F45-3ADF-4C5D-8F72-6E9AFFDA5551}" dt="2026-08-19T22:39:11.484" v="32" actId="478"/>
          <ac:grpSpMkLst>
            <pc:docMk/>
            <pc:sldMk cId="4052498461" sldId="300"/>
            <ac:grpSpMk id="14" creationId="{2C3330C5-60FD-454A-B7D7-138967576E28}"/>
          </ac:grpSpMkLst>
        </pc:grpChg>
      </pc:sldChg>
      <pc:sldChg chg="delSp mod">
        <pc:chgData name="Zainal Che hassan" userId="4fd0af43aa7c823e" providerId="LiveId" clId="{04C48F45-3ADF-4C5D-8F72-6E9AFFDA5551}" dt="2026-08-19T22:39:12.696" v="33" actId="478"/>
        <pc:sldMkLst>
          <pc:docMk/>
          <pc:sldMk cId="3802692358" sldId="301"/>
        </pc:sldMkLst>
        <pc:grpChg chg="del">
          <ac:chgData name="Zainal Che hassan" userId="4fd0af43aa7c823e" providerId="LiveId" clId="{04C48F45-3ADF-4C5D-8F72-6E9AFFDA5551}" dt="2026-08-19T22:39:12.696" v="33" actId="478"/>
          <ac:grpSpMkLst>
            <pc:docMk/>
            <pc:sldMk cId="3802692358" sldId="301"/>
            <ac:grpSpMk id="14" creationId="{DBA10591-B351-4EF1-B145-0405135DF824}"/>
          </ac:grpSpMkLst>
        </pc:grpChg>
      </pc:sldChg>
      <pc:sldChg chg="delSp modSp mod">
        <pc:chgData name="Zainal Che hassan" userId="4fd0af43aa7c823e" providerId="LiveId" clId="{04C48F45-3ADF-4C5D-8F72-6E9AFFDA5551}" dt="2026-08-19T22:39:18.903" v="39" actId="478"/>
        <pc:sldMkLst>
          <pc:docMk/>
          <pc:sldMk cId="889686476" sldId="302"/>
        </pc:sldMkLst>
        <pc:spChg chg="del mod">
          <ac:chgData name="Zainal Che hassan" userId="4fd0af43aa7c823e" providerId="LiveId" clId="{04C48F45-3ADF-4C5D-8F72-6E9AFFDA5551}" dt="2026-08-19T22:39:17.713" v="38" actId="478"/>
          <ac:spMkLst>
            <pc:docMk/>
            <pc:sldMk cId="889686476" sldId="302"/>
            <ac:spMk id="8" creationId="{1DC41C3E-B60C-E5DD-3EDA-08FF74498F21}"/>
          </ac:spMkLst>
        </pc:spChg>
        <pc:spChg chg="del">
          <ac:chgData name="Zainal Che hassan" userId="4fd0af43aa7c823e" providerId="LiveId" clId="{04C48F45-3ADF-4C5D-8F72-6E9AFFDA5551}" dt="2026-08-19T22:39:18.903" v="39" actId="478"/>
          <ac:spMkLst>
            <pc:docMk/>
            <pc:sldMk cId="889686476" sldId="302"/>
            <ac:spMk id="13" creationId="{529792F9-42A8-3854-4B70-11FF63E6BC24}"/>
          </ac:spMkLst>
        </pc:spChg>
        <pc:spChg chg="del">
          <ac:chgData name="Zainal Che hassan" userId="4fd0af43aa7c823e" providerId="LiveId" clId="{04C48F45-3ADF-4C5D-8F72-6E9AFFDA5551}" dt="2026-08-19T22:39:15.664" v="35" actId="478"/>
          <ac:spMkLst>
            <pc:docMk/>
            <pc:sldMk cId="889686476" sldId="302"/>
            <ac:spMk id="18" creationId="{C8EEFC05-A51F-F349-87E2-EAC844DAA5D4}"/>
          </ac:spMkLst>
        </pc:spChg>
        <pc:grpChg chg="del">
          <ac:chgData name="Zainal Che hassan" userId="4fd0af43aa7c823e" providerId="LiveId" clId="{04C48F45-3ADF-4C5D-8F72-6E9AFFDA5551}" dt="2026-08-19T22:39:14.368" v="34" actId="478"/>
          <ac:grpSpMkLst>
            <pc:docMk/>
            <pc:sldMk cId="889686476" sldId="302"/>
            <ac:grpSpMk id="17" creationId="{7C0A1267-2229-4D00-A20C-840D2183FB81}"/>
          </ac:grpSpMkLst>
        </pc:grpChg>
      </pc:sldChg>
      <pc:sldChg chg="delSp mod">
        <pc:chgData name="Zainal Che hassan" userId="4fd0af43aa7c823e" providerId="LiveId" clId="{04C48F45-3ADF-4C5D-8F72-6E9AFFDA5551}" dt="2026-08-19T22:39:21.942" v="40" actId="478"/>
        <pc:sldMkLst>
          <pc:docMk/>
          <pc:sldMk cId="248444687" sldId="303"/>
        </pc:sldMkLst>
        <pc:grpChg chg="del">
          <ac:chgData name="Zainal Che hassan" userId="4fd0af43aa7c823e" providerId="LiveId" clId="{04C48F45-3ADF-4C5D-8F72-6E9AFFDA5551}" dt="2026-08-19T22:39:21.942" v="40" actId="478"/>
          <ac:grpSpMkLst>
            <pc:docMk/>
            <pc:sldMk cId="248444687" sldId="303"/>
            <ac:grpSpMk id="12" creationId="{5C784754-0AC9-41DB-B156-F1EDA5ADCAE1}"/>
          </ac:grpSpMkLst>
        </pc:grpChg>
      </pc:sldChg>
      <pc:sldChg chg="delSp mod">
        <pc:chgData name="Zainal Che hassan" userId="4fd0af43aa7c823e" providerId="LiveId" clId="{04C48F45-3ADF-4C5D-8F72-6E9AFFDA5551}" dt="2026-08-19T22:39:23.737" v="41" actId="478"/>
        <pc:sldMkLst>
          <pc:docMk/>
          <pc:sldMk cId="245327053" sldId="304"/>
        </pc:sldMkLst>
        <pc:grpChg chg="del">
          <ac:chgData name="Zainal Che hassan" userId="4fd0af43aa7c823e" providerId="LiveId" clId="{04C48F45-3ADF-4C5D-8F72-6E9AFFDA5551}" dt="2026-08-19T22:39:23.737" v="41" actId="478"/>
          <ac:grpSpMkLst>
            <pc:docMk/>
            <pc:sldMk cId="245327053" sldId="304"/>
            <ac:grpSpMk id="12" creationId="{6DD6F684-F7BD-4A89-99DD-8DA6201CA5B2}"/>
          </ac:grpSpMkLst>
        </pc:grpChg>
      </pc:sldChg>
      <pc:sldChg chg="delSp mod">
        <pc:chgData name="Zainal Che hassan" userId="4fd0af43aa7c823e" providerId="LiveId" clId="{04C48F45-3ADF-4C5D-8F72-6E9AFFDA5551}" dt="2026-08-19T22:39:25.419" v="42" actId="478"/>
        <pc:sldMkLst>
          <pc:docMk/>
          <pc:sldMk cId="4084470686" sldId="305"/>
        </pc:sldMkLst>
        <pc:grpChg chg="del">
          <ac:chgData name="Zainal Che hassan" userId="4fd0af43aa7c823e" providerId="LiveId" clId="{04C48F45-3ADF-4C5D-8F72-6E9AFFDA5551}" dt="2026-08-19T22:39:25.419" v="42" actId="478"/>
          <ac:grpSpMkLst>
            <pc:docMk/>
            <pc:sldMk cId="4084470686" sldId="305"/>
            <ac:grpSpMk id="12" creationId="{27CF958C-77AB-41CF-BC0D-4882AF5D78B6}"/>
          </ac:grpSpMkLst>
        </pc:grpChg>
      </pc:sldChg>
      <pc:sldChg chg="delSp mod">
        <pc:chgData name="Zainal Che hassan" userId="4fd0af43aa7c823e" providerId="LiveId" clId="{04C48F45-3ADF-4C5D-8F72-6E9AFFDA5551}" dt="2026-08-19T22:39:26.692" v="43" actId="478"/>
        <pc:sldMkLst>
          <pc:docMk/>
          <pc:sldMk cId="4143367086" sldId="306"/>
        </pc:sldMkLst>
        <pc:grpChg chg="del">
          <ac:chgData name="Zainal Che hassan" userId="4fd0af43aa7c823e" providerId="LiveId" clId="{04C48F45-3ADF-4C5D-8F72-6E9AFFDA5551}" dt="2026-08-19T22:39:26.692" v="43" actId="478"/>
          <ac:grpSpMkLst>
            <pc:docMk/>
            <pc:sldMk cId="4143367086" sldId="306"/>
            <ac:grpSpMk id="12" creationId="{DFA24065-26EC-42A4-AE97-032B118B5552}"/>
          </ac:grpSpMkLst>
        </pc:grpChg>
      </pc:sldChg>
      <pc:sldChg chg="delSp mod">
        <pc:chgData name="Zainal Che hassan" userId="4fd0af43aa7c823e" providerId="LiveId" clId="{04C48F45-3ADF-4C5D-8F72-6E9AFFDA5551}" dt="2026-08-19T22:39:30.642" v="44" actId="478"/>
        <pc:sldMkLst>
          <pc:docMk/>
          <pc:sldMk cId="873267475" sldId="307"/>
        </pc:sldMkLst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8" creationId="{E8C14EAC-1050-F59E-C865-D1704B0682DC}"/>
          </ac:spMkLst>
        </pc:spChg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14" creationId="{F5F3143A-2E7C-2F83-9CF2-FA479EC7A421}"/>
          </ac:spMkLst>
        </pc:spChg>
        <pc:grpChg chg="del">
          <ac:chgData name="Zainal Che hassan" userId="4fd0af43aa7c823e" providerId="LiveId" clId="{04C48F45-3ADF-4C5D-8F72-6E9AFFDA5551}" dt="2026-08-19T22:39:30.642" v="44" actId="478"/>
          <ac:grpSpMkLst>
            <pc:docMk/>
            <pc:sldMk cId="873267475" sldId="307"/>
            <ac:grpSpMk id="12" creationId="{EE9F9960-E2EE-4606-BFF0-CB8870774E5D}"/>
          </ac:grpSpMkLst>
        </pc:grpChg>
      </pc:sldChg>
      <pc:sldChg chg="delSp modSp mod">
        <pc:chgData name="Zainal Che hassan" userId="4fd0af43aa7c823e" providerId="LiveId" clId="{04C48F45-3ADF-4C5D-8F72-6E9AFFDA5551}" dt="2026-08-19T22:39:41.367" v="49" actId="478"/>
        <pc:sldMkLst>
          <pc:docMk/>
          <pc:sldMk cId="2813970305" sldId="308"/>
        </pc:sldMkLst>
        <pc:spChg chg="del mod">
          <ac:chgData name="Zainal Che hassan" userId="4fd0af43aa7c823e" providerId="LiveId" clId="{04C48F45-3ADF-4C5D-8F72-6E9AFFDA5551}" dt="2026-08-19T22:39:40.123" v="48" actId="478"/>
          <ac:spMkLst>
            <pc:docMk/>
            <pc:sldMk cId="2813970305" sldId="308"/>
            <ac:spMk id="14" creationId="{6787C256-9D6E-7D45-567C-634B0305E7B5}"/>
          </ac:spMkLst>
        </pc:spChg>
        <pc:spChg chg="del">
          <ac:chgData name="Zainal Che hassan" userId="4fd0af43aa7c823e" providerId="LiveId" clId="{04C48F45-3ADF-4C5D-8F72-6E9AFFDA5551}" dt="2026-08-19T22:39:41.367" v="49" actId="478"/>
          <ac:spMkLst>
            <pc:docMk/>
            <pc:sldMk cId="2813970305" sldId="308"/>
            <ac:spMk id="17" creationId="{3F83A82A-3D30-3B7B-CB70-9604B73BD0E8}"/>
          </ac:spMkLst>
        </pc:spChg>
        <pc:grpChg chg="del">
          <ac:chgData name="Zainal Che hassan" userId="4fd0af43aa7c823e" providerId="LiveId" clId="{04C48F45-3ADF-4C5D-8F72-6E9AFFDA5551}" dt="2026-08-19T22:39:36.254" v="45" actId="478"/>
          <ac:grpSpMkLst>
            <pc:docMk/>
            <pc:sldMk cId="2813970305" sldId="308"/>
            <ac:grpSpMk id="12" creationId="{9668FA72-AD31-4952-AB68-8359E103D46B}"/>
          </ac:grpSpMkLst>
        </pc:grpChg>
      </pc:sldChg>
      <pc:sldChg chg="delSp mod">
        <pc:chgData name="Zainal Che hassan" userId="4fd0af43aa7c823e" providerId="LiveId" clId="{04C48F45-3ADF-4C5D-8F72-6E9AFFDA5551}" dt="2026-08-19T22:39:43.133" v="50" actId="478"/>
        <pc:sldMkLst>
          <pc:docMk/>
          <pc:sldMk cId="3049424082" sldId="309"/>
        </pc:sldMkLst>
        <pc:grpChg chg="del">
          <ac:chgData name="Zainal Che hassan" userId="4fd0af43aa7c823e" providerId="LiveId" clId="{04C48F45-3ADF-4C5D-8F72-6E9AFFDA5551}" dt="2026-08-19T22:39:43.133" v="50" actId="478"/>
          <ac:grpSpMkLst>
            <pc:docMk/>
            <pc:sldMk cId="3049424082" sldId="309"/>
            <ac:grpSpMk id="12" creationId="{55AA8F47-EB3E-41D0-9B35-896F11A7C867}"/>
          </ac:grpSpMkLst>
        </pc:grpChg>
      </pc:sldChg>
      <pc:sldChg chg="delSp mod">
        <pc:chgData name="Zainal Che hassan" userId="4fd0af43aa7c823e" providerId="LiveId" clId="{04C48F45-3ADF-4C5D-8F72-6E9AFFDA5551}" dt="2026-08-19T22:39:44.565" v="51" actId="478"/>
        <pc:sldMkLst>
          <pc:docMk/>
          <pc:sldMk cId="4066422301" sldId="310"/>
        </pc:sldMkLst>
        <pc:grpChg chg="del">
          <ac:chgData name="Zainal Che hassan" userId="4fd0af43aa7c823e" providerId="LiveId" clId="{04C48F45-3ADF-4C5D-8F72-6E9AFFDA5551}" dt="2026-08-19T22:39:44.565" v="51" actId="478"/>
          <ac:grpSpMkLst>
            <pc:docMk/>
            <pc:sldMk cId="4066422301" sldId="310"/>
            <ac:grpSpMk id="12" creationId="{33D5739E-C417-415E-859D-A6A4CBDB50AD}"/>
          </ac:grpSpMkLst>
        </pc:grpChg>
      </pc:sldChg>
      <pc:sldChg chg="delSp mod">
        <pc:chgData name="Zainal Che hassan" userId="4fd0af43aa7c823e" providerId="LiveId" clId="{04C48F45-3ADF-4C5D-8F72-6E9AFFDA5551}" dt="2026-08-19T22:39:45.529" v="52" actId="478"/>
        <pc:sldMkLst>
          <pc:docMk/>
          <pc:sldMk cId="3863906118" sldId="311"/>
        </pc:sldMkLst>
        <pc:picChg chg="del">
          <ac:chgData name="Zainal Che hassan" userId="4fd0af43aa7c823e" providerId="LiveId" clId="{04C48F45-3ADF-4C5D-8F72-6E9AFFDA5551}" dt="2026-08-19T22:39:45.529" v="52" actId="478"/>
          <ac:picMkLst>
            <pc:docMk/>
            <pc:sldMk cId="3863906118" sldId="311"/>
            <ac:picMk id="7" creationId="{6CF51998-AB35-4D33-8EA5-DE699BBA78E3}"/>
          </ac:picMkLst>
        </pc:picChg>
      </pc:sldChg>
      <pc:sldChg chg="delSp mod">
        <pc:chgData name="Zainal Che hassan" userId="4fd0af43aa7c823e" providerId="LiveId" clId="{04C48F45-3ADF-4C5D-8F72-6E9AFFDA5551}" dt="2026-08-19T22:39:49.122" v="53" actId="478"/>
        <pc:sldMkLst>
          <pc:docMk/>
          <pc:sldMk cId="2207299162" sldId="312"/>
        </pc:sldMkLst>
        <pc:spChg chg="del">
          <ac:chgData name="Zainal Che hassan" userId="4fd0af43aa7c823e" providerId="LiveId" clId="{04C48F45-3ADF-4C5D-8F72-6E9AFFDA5551}" dt="2026-08-19T22:39:49.122" v="53" actId="478"/>
          <ac:spMkLst>
            <pc:docMk/>
            <pc:sldMk cId="2207299162" sldId="312"/>
            <ac:spMk id="8" creationId="{EE0CE09F-E992-44B1-1A77-C2D4D558F5DF}"/>
          </ac:spMkLst>
        </pc:spChg>
        <pc:picChg chg="del">
          <ac:chgData name="Zainal Che hassan" userId="4fd0af43aa7c823e" providerId="LiveId" clId="{04C48F45-3ADF-4C5D-8F72-6E9AFFDA5551}" dt="2026-08-19T22:39:49.122" v="53" actId="478"/>
          <ac:picMkLst>
            <pc:docMk/>
            <pc:sldMk cId="2207299162" sldId="312"/>
            <ac:picMk id="7" creationId="{7E711C25-FDAC-40BC-90F5-415A57F48991}"/>
          </ac:picMkLst>
        </pc:picChg>
      </pc:sldChg>
      <pc:sldChg chg="delSp mod">
        <pc:chgData name="Zainal Che hassan" userId="4fd0af43aa7c823e" providerId="LiveId" clId="{04C48F45-3ADF-4C5D-8F72-6E9AFFDA5551}" dt="2026-08-19T22:39:53.134" v="55" actId="478"/>
        <pc:sldMkLst>
          <pc:docMk/>
          <pc:sldMk cId="2790201633" sldId="313"/>
        </pc:sldMkLst>
        <pc:picChg chg="del">
          <ac:chgData name="Zainal Che hassan" userId="4fd0af43aa7c823e" providerId="LiveId" clId="{04C48F45-3ADF-4C5D-8F72-6E9AFFDA5551}" dt="2026-08-19T22:39:52.562" v="54" actId="478"/>
          <ac:picMkLst>
            <pc:docMk/>
            <pc:sldMk cId="2790201633" sldId="313"/>
            <ac:picMk id="7" creationId="{AFFC4281-562D-44FE-89EB-0C77F1DECBD9}"/>
          </ac:picMkLst>
        </pc:picChg>
        <pc:picChg chg="del">
          <ac:chgData name="Zainal Che hassan" userId="4fd0af43aa7c823e" providerId="LiveId" clId="{04C48F45-3ADF-4C5D-8F72-6E9AFFDA5551}" dt="2026-08-19T22:39:53.134" v="55" actId="478"/>
          <ac:picMkLst>
            <pc:docMk/>
            <pc:sldMk cId="2790201633" sldId="313"/>
            <ac:picMk id="10" creationId="{80B01342-7143-4FCA-85AD-DF33A3FB3FD6}"/>
          </ac:picMkLst>
        </pc:picChg>
      </pc:sldChg>
      <pc:sldChg chg="delSp mod">
        <pc:chgData name="Zainal Che hassan" userId="4fd0af43aa7c823e" providerId="LiveId" clId="{04C48F45-3ADF-4C5D-8F72-6E9AFFDA5551}" dt="2026-08-19T22:39:59.604" v="58" actId="478"/>
        <pc:sldMkLst>
          <pc:docMk/>
          <pc:sldMk cId="2748461227" sldId="314"/>
        </pc:sldMkLst>
        <pc:spChg chg="del">
          <ac:chgData name="Zainal Che hassan" userId="4fd0af43aa7c823e" providerId="LiveId" clId="{04C48F45-3ADF-4C5D-8F72-6E9AFFDA5551}" dt="2026-08-19T22:39:56.525" v="57" actId="478"/>
          <ac:spMkLst>
            <pc:docMk/>
            <pc:sldMk cId="2748461227" sldId="314"/>
            <ac:spMk id="16" creationId="{7C0A2588-7C3E-1978-6893-44D70C571A78}"/>
          </ac:spMkLst>
        </pc:spChg>
        <pc:spChg chg="del">
          <ac:chgData name="Zainal Che hassan" userId="4fd0af43aa7c823e" providerId="LiveId" clId="{04C48F45-3ADF-4C5D-8F72-6E9AFFDA5551}" dt="2026-08-19T22:39:59.604" v="58" actId="478"/>
          <ac:spMkLst>
            <pc:docMk/>
            <pc:sldMk cId="2748461227" sldId="314"/>
            <ac:spMk id="19" creationId="{C616C3FF-B0D2-FC7A-5B8E-C26FE506FB99}"/>
          </ac:spMkLst>
        </pc:spChg>
        <pc:grpChg chg="del">
          <ac:chgData name="Zainal Che hassan" userId="4fd0af43aa7c823e" providerId="LiveId" clId="{04C48F45-3ADF-4C5D-8F72-6E9AFFDA5551}" dt="2026-08-19T22:39:55.051" v="56" actId="478"/>
          <ac:grpSpMkLst>
            <pc:docMk/>
            <pc:sldMk cId="2748461227" sldId="314"/>
            <ac:grpSpMk id="17" creationId="{48A5CF97-E19F-5896-8395-F1CB856440CD}"/>
          </ac:grpSpMkLst>
        </pc:grpChg>
      </pc:sldChg>
      <pc:sldChg chg="delSp mod">
        <pc:chgData name="Zainal Che hassan" userId="4fd0af43aa7c823e" providerId="LiveId" clId="{04C48F45-3ADF-4C5D-8F72-6E9AFFDA5551}" dt="2026-08-19T22:40:04.173" v="59" actId="478"/>
        <pc:sldMkLst>
          <pc:docMk/>
          <pc:sldMk cId="1865831746" sldId="315"/>
        </pc:sldMkLst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0" creationId="{72FA8917-E2A8-C660-6283-F12C99D35400}"/>
          </ac:spMkLst>
        </pc:spChg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2" creationId="{B211D14B-A56A-9A7F-912F-50B8F376392D}"/>
          </ac:spMkLst>
        </pc:spChg>
        <pc:grpChg chg="del">
          <ac:chgData name="Zainal Che hassan" userId="4fd0af43aa7c823e" providerId="LiveId" clId="{04C48F45-3ADF-4C5D-8F72-6E9AFFDA5551}" dt="2026-08-19T22:40:04.173" v="59" actId="478"/>
          <ac:grpSpMkLst>
            <pc:docMk/>
            <pc:sldMk cId="1865831746" sldId="315"/>
            <ac:grpSpMk id="18" creationId="{BF22B807-C5F8-7B6A-27B6-58203CAD5523}"/>
          </ac:grpSpMkLst>
        </pc:grpChg>
      </pc:sldChg>
      <pc:sldChg chg="delSp mod">
        <pc:chgData name="Zainal Che hassan" userId="4fd0af43aa7c823e" providerId="LiveId" clId="{04C48F45-3ADF-4C5D-8F72-6E9AFFDA5551}" dt="2026-08-19T22:40:09.788" v="60" actId="478"/>
        <pc:sldMkLst>
          <pc:docMk/>
          <pc:sldMk cId="2649287006" sldId="316"/>
        </pc:sldMkLst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1" creationId="{F77437C6-C64B-E54B-D640-5D350DB7A4C0}"/>
          </ac:grpSpMkLst>
        </pc:grpChg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6" creationId="{8D4E3B2E-C8FE-33D0-25A4-682C44F2515B}"/>
          </ac:grpSpMkLst>
        </pc:grpChg>
      </pc:sldChg>
      <pc:sldChg chg="delSp modSp mod">
        <pc:chgData name="Zainal Che hassan" userId="4fd0af43aa7c823e" providerId="LiveId" clId="{04C48F45-3ADF-4C5D-8F72-6E9AFFDA5551}" dt="2026-08-19T22:40:14.188" v="64" actId="478"/>
        <pc:sldMkLst>
          <pc:docMk/>
          <pc:sldMk cId="389632725" sldId="317"/>
        </pc:sldMkLst>
        <pc:spChg chg="mod">
          <ac:chgData name="Zainal Che hassan" userId="4fd0af43aa7c823e" providerId="LiveId" clId="{04C48F45-3ADF-4C5D-8F72-6E9AFFDA5551}" dt="2026-08-19T22:40:12.866" v="63" actId="20577"/>
          <ac:spMkLst>
            <pc:docMk/>
            <pc:sldMk cId="389632725" sldId="317"/>
            <ac:spMk id="16" creationId="{DE64326D-1DEF-E2C2-C811-CCC73EFC138F}"/>
          </ac:spMkLst>
        </pc:spChg>
        <pc:grpChg chg="del">
          <ac:chgData name="Zainal Che hassan" userId="4fd0af43aa7c823e" providerId="LiveId" clId="{04C48F45-3ADF-4C5D-8F72-6E9AFFDA5551}" dt="2026-08-19T22:40:11.666" v="61" actId="478"/>
          <ac:grpSpMkLst>
            <pc:docMk/>
            <pc:sldMk cId="389632725" sldId="317"/>
            <ac:grpSpMk id="12" creationId="{4901EF11-D3A2-5DAB-DC96-399B70719312}"/>
          </ac:grpSpMkLst>
        </pc:grpChg>
        <pc:grpChg chg="del">
          <ac:chgData name="Zainal Che hassan" userId="4fd0af43aa7c823e" providerId="LiveId" clId="{04C48F45-3ADF-4C5D-8F72-6E9AFFDA5551}" dt="2026-08-19T22:40:14.188" v="64" actId="478"/>
          <ac:grpSpMkLst>
            <pc:docMk/>
            <pc:sldMk cId="389632725" sldId="317"/>
            <ac:grpSpMk id="13" creationId="{58505FA3-7762-7062-B048-4DFDBBD7AB99}"/>
          </ac:grpSpMkLst>
        </pc:grpChg>
      </pc:sldChg>
      <pc:sldChg chg="delSp mod">
        <pc:chgData name="Zainal Che hassan" userId="4fd0af43aa7c823e" providerId="LiveId" clId="{04C48F45-3ADF-4C5D-8F72-6E9AFFDA5551}" dt="2026-08-19T22:40:18.371" v="66" actId="478"/>
        <pc:sldMkLst>
          <pc:docMk/>
          <pc:sldMk cId="1169974734" sldId="318"/>
        </pc:sldMkLst>
        <pc:grpChg chg="del">
          <ac:chgData name="Zainal Che hassan" userId="4fd0af43aa7c823e" providerId="LiveId" clId="{04C48F45-3ADF-4C5D-8F72-6E9AFFDA5551}" dt="2026-08-19T22:40:18.371" v="66" actId="478"/>
          <ac:grpSpMkLst>
            <pc:docMk/>
            <pc:sldMk cId="1169974734" sldId="318"/>
            <ac:grpSpMk id="12" creationId="{905A82A0-126C-E552-4FB1-E5369B7B93C5}"/>
          </ac:grpSpMkLst>
        </pc:grpChg>
        <pc:grpChg chg="del">
          <ac:chgData name="Zainal Che hassan" userId="4fd0af43aa7c823e" providerId="LiveId" clId="{04C48F45-3ADF-4C5D-8F72-6E9AFFDA5551}" dt="2026-08-19T22:40:17.929" v="65" actId="478"/>
          <ac:grpSpMkLst>
            <pc:docMk/>
            <pc:sldMk cId="1169974734" sldId="318"/>
            <ac:grpSpMk id="17" creationId="{C0B0A083-5631-2BF1-1A1B-FC420CF6DF5A}"/>
          </ac:grpSpMkLst>
        </pc:grpChg>
      </pc:sldChg>
      <pc:sldChg chg="delSp mod">
        <pc:chgData name="Zainal Che hassan" userId="4fd0af43aa7c823e" providerId="LiveId" clId="{04C48F45-3ADF-4C5D-8F72-6E9AFFDA5551}" dt="2026-08-19T22:40:26.595" v="71" actId="478"/>
        <pc:sldMkLst>
          <pc:docMk/>
          <pc:sldMk cId="4102347604" sldId="319"/>
        </pc:sldMkLst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7" creationId="{B1D9D1EC-64AB-10BA-451E-2BCD21360C86}"/>
          </ac:grpSpMkLst>
        </pc:grpChg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8" creationId="{488B0E8D-341D-830E-C4D3-28A0385732B8}"/>
          </ac:grpSpMkLst>
        </pc:grpChg>
      </pc:sldChg>
      <pc:sldChg chg="delSp modSp mod">
        <pc:chgData name="Zainal Che hassan" userId="4fd0af43aa7c823e" providerId="LiveId" clId="{04C48F45-3ADF-4C5D-8F72-6E9AFFDA5551}" dt="2026-08-19T22:40:32.177" v="80" actId="478"/>
        <pc:sldMkLst>
          <pc:docMk/>
          <pc:sldMk cId="3459632457" sldId="320"/>
        </pc:sldMkLst>
        <pc:spChg chg="mod">
          <ac:chgData name="Zainal Che hassan" userId="4fd0af43aa7c823e" providerId="LiveId" clId="{04C48F45-3ADF-4C5D-8F72-6E9AFFDA5551}" dt="2026-08-19T22:40:29.674" v="79" actId="20577"/>
          <ac:spMkLst>
            <pc:docMk/>
            <pc:sldMk cId="3459632457" sldId="320"/>
            <ac:spMk id="18" creationId="{1567E285-D239-9E07-38F4-CAC4E376DC7C}"/>
          </ac:spMkLst>
        </pc:s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2" creationId="{CB6DD11C-CA4E-11D7-1179-534FDFBA8942}"/>
          </ac:grpSpMkLst>
        </pc:gr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7" creationId="{F4FC9C0E-49DA-5E1A-2C1E-A42ACAD388E3}"/>
          </ac:grpSpMkLst>
        </pc:grpChg>
      </pc:sldChg>
      <pc:sldChg chg="delSp mod">
        <pc:chgData name="Zainal Che hassan" userId="4fd0af43aa7c823e" providerId="LiveId" clId="{04C48F45-3ADF-4C5D-8F72-6E9AFFDA5551}" dt="2026-08-19T22:40:38.256" v="81" actId="478"/>
        <pc:sldMkLst>
          <pc:docMk/>
          <pc:sldMk cId="3176309599" sldId="321"/>
        </pc:sldMkLst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2" creationId="{3CF9050E-E932-CB83-169F-3C85B6B5EB2E}"/>
          </ac:grpSpMkLst>
        </pc:grpChg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3" creationId="{E5514D30-2AF1-4429-6894-E710CADDE58B}"/>
          </ac:grpSpMkLst>
        </pc:grpChg>
      </pc:sldChg>
      <pc:sldChg chg="delSp mod">
        <pc:chgData name="Zainal Che hassan" userId="4fd0af43aa7c823e" providerId="LiveId" clId="{04C48F45-3ADF-4C5D-8F72-6E9AFFDA5551}" dt="2026-08-19T22:40:42.624" v="82" actId="478"/>
        <pc:sldMkLst>
          <pc:docMk/>
          <pc:sldMk cId="224015597" sldId="322"/>
        </pc:sldMkLst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2" creationId="{BF355E14-1A5C-9A3A-77AF-ACFAFA6104D5}"/>
          </ac:grpSpMkLst>
        </pc:grpChg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3" creationId="{F9591995-144B-FC1B-ACA9-9BECDB85470D}"/>
          </ac:grpSpMkLst>
        </pc:grpChg>
      </pc:sldChg>
      <pc:sldChg chg="delSp mod">
        <pc:chgData name="Zainal Che hassan" userId="4fd0af43aa7c823e" providerId="LiveId" clId="{04C48F45-3ADF-4C5D-8F72-6E9AFFDA5551}" dt="2026-08-19T22:40:46.186" v="83" actId="478"/>
        <pc:sldMkLst>
          <pc:docMk/>
          <pc:sldMk cId="286868291" sldId="323"/>
        </pc:sldMkLst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2" creationId="{6433AB0D-4697-2FE4-D817-1281E151AA47}"/>
          </ac:grpSpMkLst>
        </pc:grpChg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3" creationId="{F20C2E24-776C-DC7E-83B7-91F76E9A9A99}"/>
          </ac:grpSpMkLst>
        </pc:grpChg>
      </pc:sldChg>
      <pc:sldChg chg="delSp mod">
        <pc:chgData name="Zainal Che hassan" userId="4fd0af43aa7c823e" providerId="LiveId" clId="{04C48F45-3ADF-4C5D-8F72-6E9AFFDA5551}" dt="2026-08-19T22:40:49.676" v="84" actId="478"/>
        <pc:sldMkLst>
          <pc:docMk/>
          <pc:sldMk cId="598019908" sldId="324"/>
        </pc:sldMkLst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2" creationId="{76A22819-E7B5-8359-590C-B15B3FF90117}"/>
          </ac:grpSpMkLst>
        </pc:grpChg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3" creationId="{AB8A2867-0457-C08C-C18A-D1FB24356971}"/>
          </ac:grpSpMkLst>
        </pc:grpChg>
      </pc:sldChg>
      <pc:sldChg chg="delSp mod">
        <pc:chgData name="Zainal Che hassan" userId="4fd0af43aa7c823e" providerId="LiveId" clId="{04C48F45-3ADF-4C5D-8F72-6E9AFFDA5551}" dt="2026-08-19T22:40:53.118" v="85" actId="478"/>
        <pc:sldMkLst>
          <pc:docMk/>
          <pc:sldMk cId="1510558884" sldId="325"/>
        </pc:sldMkLst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2" creationId="{E3503FDB-CBC8-F928-759F-F0D0B9EB9A52}"/>
          </ac:grpSpMkLst>
        </pc:grpChg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3" creationId="{EE829A06-38A5-20C8-AE2E-8F006ECC08A7}"/>
          </ac:grpSpMkLst>
        </pc:grpChg>
      </pc:sldChg>
      <pc:sldChg chg="delSp mod">
        <pc:chgData name="Zainal Che hassan" userId="4fd0af43aa7c823e" providerId="LiveId" clId="{04C48F45-3ADF-4C5D-8F72-6E9AFFDA5551}" dt="2026-08-19T22:41:18.347" v="90" actId="478"/>
        <pc:sldMkLst>
          <pc:docMk/>
          <pc:sldMk cId="3517465990" sldId="328"/>
        </pc:sldMkLst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2" creationId="{2DF7FA80-277D-8F0B-407C-566DD6376211}"/>
          </ac:grpSpMkLst>
        </pc:grpChg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3" creationId="{7983B3F7-F270-2158-59BF-5170EF014A21}"/>
          </ac:grpSpMkLst>
        </pc:grpChg>
      </pc:sldChg>
      <pc:sldChg chg="delSp mod">
        <pc:chgData name="Zainal Che hassan" userId="4fd0af43aa7c823e" providerId="LiveId" clId="{04C48F45-3ADF-4C5D-8F72-6E9AFFDA5551}" dt="2026-08-19T22:41:21.514" v="91" actId="478"/>
        <pc:sldMkLst>
          <pc:docMk/>
          <pc:sldMk cId="1553168215" sldId="329"/>
        </pc:sldMkLst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3" creationId="{5FB4975F-4235-1C5E-1549-DDC010D2A563}"/>
          </ac:grpSpMkLst>
        </pc:grpChg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12" creationId="{6964CE87-0C72-B716-94F9-E363DDF9A713}"/>
          </ac:grpSpMkLst>
        </pc:grpChg>
      </pc:sldChg>
      <pc:sldChg chg="delSp mod">
        <pc:chgData name="Zainal Che hassan" userId="4fd0af43aa7c823e" providerId="LiveId" clId="{04C48F45-3ADF-4C5D-8F72-6E9AFFDA5551}" dt="2026-08-19T22:41:25.527" v="92" actId="478"/>
        <pc:sldMkLst>
          <pc:docMk/>
          <pc:sldMk cId="819070895" sldId="330"/>
        </pc:sldMkLst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3" creationId="{61C55484-C80D-2E1C-E55B-2BBC246B5B16}"/>
          </ac:grpSpMkLst>
        </pc:grpChg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12" creationId="{1450192A-BB47-F30D-1E01-A15274C99C2B}"/>
          </ac:grpSpMkLst>
        </pc:grpChg>
      </pc:sldChg>
      <pc:sldChg chg="delSp mod">
        <pc:chgData name="Zainal Che hassan" userId="4fd0af43aa7c823e" providerId="LiveId" clId="{04C48F45-3ADF-4C5D-8F72-6E9AFFDA5551}" dt="2026-08-19T22:41:30.118" v="93" actId="478"/>
        <pc:sldMkLst>
          <pc:docMk/>
          <pc:sldMk cId="2688410376" sldId="331"/>
        </pc:sldMkLst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2" creationId="{347ED0ED-5E38-69FD-2A62-A9C8D118FBA4}"/>
          </ac:grpSpMkLst>
        </pc:grpChg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3" creationId="{D98A3E5A-7754-3BC0-B8E8-0DE7BC732F7D}"/>
          </ac:grpSpMkLst>
        </pc:grpChg>
      </pc:sldChg>
      <pc:sldChg chg="delSp mod">
        <pc:chgData name="Zainal Che hassan" userId="4fd0af43aa7c823e" providerId="LiveId" clId="{04C48F45-3ADF-4C5D-8F72-6E9AFFDA5551}" dt="2026-08-19T22:41:36.092" v="95" actId="478"/>
        <pc:sldMkLst>
          <pc:docMk/>
          <pc:sldMk cId="2827990230" sldId="332"/>
        </pc:sldMkLst>
        <pc:grpChg chg="del">
          <ac:chgData name="Zainal Che hassan" userId="4fd0af43aa7c823e" providerId="LiveId" clId="{04C48F45-3ADF-4C5D-8F72-6E9AFFDA5551}" dt="2026-08-19T22:41:36.092" v="95" actId="478"/>
          <ac:grpSpMkLst>
            <pc:docMk/>
            <pc:sldMk cId="2827990230" sldId="332"/>
            <ac:grpSpMk id="12" creationId="{97AEA2EA-E4D0-8588-7634-656AFFFCD985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3" creationId="{145D1B14-7C45-1F36-DDE4-475448524CF6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7" creationId="{039D72AE-0BF7-63B8-1EAB-55A6E6236030}"/>
          </ac:grpSpMkLst>
        </pc:grpChg>
      </pc:sldChg>
      <pc:sldChg chg="delSp mod">
        <pc:chgData name="Zainal Che hassan" userId="4fd0af43aa7c823e" providerId="LiveId" clId="{04C48F45-3ADF-4C5D-8F72-6E9AFFDA5551}" dt="2026-08-19T22:41:45.295" v="97" actId="478"/>
        <pc:sldMkLst>
          <pc:docMk/>
          <pc:sldMk cId="2304985858" sldId="333"/>
        </pc:sldMkLst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3" creationId="{508D3D8B-5CE5-B5C9-CEEA-DA19416A06D4}"/>
          </ac:grpSpMkLst>
        </pc:grpChg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13" creationId="{3304BAE1-B36D-2ECB-E066-977F69466241}"/>
          </ac:grpSpMkLst>
        </pc:grpChg>
        <pc:grpChg chg="del">
          <ac:chgData name="Zainal Che hassan" userId="4fd0af43aa7c823e" providerId="LiveId" clId="{04C48F45-3ADF-4C5D-8F72-6E9AFFDA5551}" dt="2026-08-19T22:41:45.295" v="97" actId="478"/>
          <ac:grpSpMkLst>
            <pc:docMk/>
            <pc:sldMk cId="2304985858" sldId="333"/>
            <ac:grpSpMk id="21" creationId="{34D79D6E-E664-E5B1-7415-AD5D752D6D33}"/>
          </ac:grpSpMkLst>
        </pc:grpChg>
      </pc:sldChg>
      <pc:sldChg chg="delSp mod">
        <pc:chgData name="Zainal Che hassan" userId="4fd0af43aa7c823e" providerId="LiveId" clId="{04C48F45-3ADF-4C5D-8F72-6E9AFFDA5551}" dt="2026-08-19T22:42:03.623" v="104" actId="478"/>
        <pc:sldMkLst>
          <pc:docMk/>
          <pc:sldMk cId="346230767" sldId="335"/>
        </pc:sldMkLst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3" creationId="{4E4AACAA-6B32-93FB-EEA5-D044E1C128C2}"/>
          </ac:grpSpMkLst>
        </pc:grpChg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12" creationId="{DCF2ACAC-E557-ACB0-1A87-5DA65D236586}"/>
          </ac:grpSpMkLst>
        </pc:grpChg>
      </pc:sldChg>
      <pc:sldChg chg="delSp mod">
        <pc:chgData name="Zainal Che hassan" userId="4fd0af43aa7c823e" providerId="LiveId" clId="{04C48F45-3ADF-4C5D-8F72-6E9AFFDA5551}" dt="2026-08-19T22:42:07.257" v="106" actId="478"/>
        <pc:sldMkLst>
          <pc:docMk/>
          <pc:sldMk cId="849868624" sldId="336"/>
        </pc:sldMkLst>
        <pc:grpChg chg="del">
          <ac:chgData name="Zainal Che hassan" userId="4fd0af43aa7c823e" providerId="LiveId" clId="{04C48F45-3ADF-4C5D-8F72-6E9AFFDA5551}" dt="2026-08-19T22:42:06.018" v="105" actId="478"/>
          <ac:grpSpMkLst>
            <pc:docMk/>
            <pc:sldMk cId="849868624" sldId="336"/>
            <ac:grpSpMk id="12" creationId="{70D68C0E-41A2-A108-174D-196CE0F397DC}"/>
          </ac:grpSpMkLst>
        </pc:grpChg>
        <pc:grpChg chg="del">
          <ac:chgData name="Zainal Che hassan" userId="4fd0af43aa7c823e" providerId="LiveId" clId="{04C48F45-3ADF-4C5D-8F72-6E9AFFDA5551}" dt="2026-08-19T22:42:07.257" v="106" actId="478"/>
          <ac:grpSpMkLst>
            <pc:docMk/>
            <pc:sldMk cId="849868624" sldId="336"/>
            <ac:grpSpMk id="13" creationId="{6811F488-BAC5-B0C7-B246-EA5201EEB46D}"/>
          </ac:grpSpMkLst>
        </pc:grpChg>
      </pc:sldChg>
      <pc:sldChg chg="delSp mod">
        <pc:chgData name="Zainal Che hassan" userId="4fd0af43aa7c823e" providerId="LiveId" clId="{04C48F45-3ADF-4C5D-8F72-6E9AFFDA5551}" dt="2026-08-19T22:42:10.867" v="108" actId="478"/>
        <pc:sldMkLst>
          <pc:docMk/>
          <pc:sldMk cId="2767438589" sldId="337"/>
        </pc:sldMkLst>
        <pc:grpChg chg="del">
          <ac:chgData name="Zainal Che hassan" userId="4fd0af43aa7c823e" providerId="LiveId" clId="{04C48F45-3ADF-4C5D-8F72-6E9AFFDA5551}" dt="2026-08-19T22:42:10.867" v="108" actId="478"/>
          <ac:grpSpMkLst>
            <pc:docMk/>
            <pc:sldMk cId="2767438589" sldId="337"/>
            <ac:grpSpMk id="3" creationId="{B5C052C4-4D8D-5D3C-E6CC-6C0D8EF473FD}"/>
          </ac:grpSpMkLst>
        </pc:grpChg>
        <pc:grpChg chg="del">
          <ac:chgData name="Zainal Che hassan" userId="4fd0af43aa7c823e" providerId="LiveId" clId="{04C48F45-3ADF-4C5D-8F72-6E9AFFDA5551}" dt="2026-08-19T22:42:09.059" v="107" actId="478"/>
          <ac:grpSpMkLst>
            <pc:docMk/>
            <pc:sldMk cId="2767438589" sldId="337"/>
            <ac:grpSpMk id="12" creationId="{1105DE08-DDA7-4DC2-896A-21604868AD4E}"/>
          </ac:grpSpMkLst>
        </pc:grpChg>
      </pc:sldChg>
      <pc:sldChg chg="delSp mod">
        <pc:chgData name="Zainal Che hassan" userId="4fd0af43aa7c823e" providerId="LiveId" clId="{04C48F45-3ADF-4C5D-8F72-6E9AFFDA5551}" dt="2026-08-19T22:42:13.862" v="110" actId="478"/>
        <pc:sldMkLst>
          <pc:docMk/>
          <pc:sldMk cId="2334098124" sldId="338"/>
        </pc:sldMkLst>
        <pc:grpChg chg="del">
          <ac:chgData name="Zainal Che hassan" userId="4fd0af43aa7c823e" providerId="LiveId" clId="{04C48F45-3ADF-4C5D-8F72-6E9AFFDA5551}" dt="2026-08-19T22:42:13.862" v="110" actId="478"/>
          <ac:grpSpMkLst>
            <pc:docMk/>
            <pc:sldMk cId="2334098124" sldId="338"/>
            <ac:grpSpMk id="3" creationId="{F8DA2646-7038-85B1-4DAE-0CC4EFD9ABA2}"/>
          </ac:grpSpMkLst>
        </pc:grpChg>
        <pc:grpChg chg="del">
          <ac:chgData name="Zainal Che hassan" userId="4fd0af43aa7c823e" providerId="LiveId" clId="{04C48F45-3ADF-4C5D-8F72-6E9AFFDA5551}" dt="2026-08-19T22:42:12.641" v="109" actId="478"/>
          <ac:grpSpMkLst>
            <pc:docMk/>
            <pc:sldMk cId="2334098124" sldId="338"/>
            <ac:grpSpMk id="12" creationId="{CC794B1D-6161-06FF-D46E-80EB303AC97B}"/>
          </ac:grpSpMkLst>
        </pc:grpChg>
      </pc:sldChg>
      <pc:sldChg chg="delSp mod">
        <pc:chgData name="Zainal Che hassan" userId="4fd0af43aa7c823e" providerId="LiveId" clId="{04C48F45-3ADF-4C5D-8F72-6E9AFFDA5551}" dt="2026-08-19T22:42:16.806" v="112" actId="478"/>
        <pc:sldMkLst>
          <pc:docMk/>
          <pc:sldMk cId="3937986763" sldId="339"/>
        </pc:sldMkLst>
        <pc:grpChg chg="del">
          <ac:chgData name="Zainal Che hassan" userId="4fd0af43aa7c823e" providerId="LiveId" clId="{04C48F45-3ADF-4C5D-8F72-6E9AFFDA5551}" dt="2026-08-19T22:42:15.718" v="111" actId="478"/>
          <ac:grpSpMkLst>
            <pc:docMk/>
            <pc:sldMk cId="3937986763" sldId="339"/>
            <ac:grpSpMk id="18" creationId="{24D33523-A5C4-A780-F5E5-FF43FCC2F22A}"/>
          </ac:grpSpMkLst>
        </pc:grpChg>
        <pc:grpChg chg="del">
          <ac:chgData name="Zainal Che hassan" userId="4fd0af43aa7c823e" providerId="LiveId" clId="{04C48F45-3ADF-4C5D-8F72-6E9AFFDA5551}" dt="2026-08-19T22:42:16.806" v="112" actId="478"/>
          <ac:grpSpMkLst>
            <pc:docMk/>
            <pc:sldMk cId="3937986763" sldId="339"/>
            <ac:grpSpMk id="19" creationId="{E4791190-2F89-AFEE-EE7E-135B4F2D8A73}"/>
          </ac:grpSpMkLst>
        </pc:grpChg>
      </pc:sldChg>
      <pc:sldChg chg="delSp modSp mod">
        <pc:chgData name="Zainal Che hassan" userId="4fd0af43aa7c823e" providerId="LiveId" clId="{04C48F45-3ADF-4C5D-8F72-6E9AFFDA5551}" dt="2026-08-19T22:42:27.897" v="118" actId="478"/>
        <pc:sldMkLst>
          <pc:docMk/>
          <pc:sldMk cId="2695215154" sldId="340"/>
        </pc:sldMkLst>
        <pc:spChg chg="mod">
          <ac:chgData name="Zainal Che hassan" userId="4fd0af43aa7c823e" providerId="LiveId" clId="{04C48F45-3ADF-4C5D-8F72-6E9AFFDA5551}" dt="2026-08-19T22:42:27.184" v="117" actId="20577"/>
          <ac:spMkLst>
            <pc:docMk/>
            <pc:sldMk cId="2695215154" sldId="340"/>
            <ac:spMk id="14" creationId="{FE4B5CDB-DA0C-C837-8D26-73970E9F53EF}"/>
          </ac:spMkLst>
        </pc:spChg>
        <pc:grpChg chg="del">
          <ac:chgData name="Zainal Che hassan" userId="4fd0af43aa7c823e" providerId="LiveId" clId="{04C48F45-3ADF-4C5D-8F72-6E9AFFDA5551}" dt="2026-08-19T22:42:19.142" v="113" actId="478"/>
          <ac:grpSpMkLst>
            <pc:docMk/>
            <pc:sldMk cId="2695215154" sldId="340"/>
            <ac:grpSpMk id="12" creationId="{7C37993D-0B05-7100-F2FB-05004286E87C}"/>
          </ac:grpSpMkLst>
        </pc:grpChg>
        <pc:grpChg chg="del">
          <ac:chgData name="Zainal Che hassan" userId="4fd0af43aa7c823e" providerId="LiveId" clId="{04C48F45-3ADF-4C5D-8F72-6E9AFFDA5551}" dt="2026-08-19T22:42:27.897" v="118" actId="478"/>
          <ac:grpSpMkLst>
            <pc:docMk/>
            <pc:sldMk cId="2695215154" sldId="340"/>
            <ac:grpSpMk id="13" creationId="{3A26BDF5-4FD0-90B0-A6E4-F15EB85E7387}"/>
          </ac:grpSpMkLst>
        </pc:grpChg>
      </pc:sldChg>
      <pc:sldChg chg="delSp mod">
        <pc:chgData name="Zainal Che hassan" userId="4fd0af43aa7c823e" providerId="LiveId" clId="{04C48F45-3ADF-4C5D-8F72-6E9AFFDA5551}" dt="2026-08-19T22:42:24.281" v="115" actId="478"/>
        <pc:sldMkLst>
          <pc:docMk/>
          <pc:sldMk cId="2152070902" sldId="341"/>
        </pc:sldMkLst>
        <pc:grpChg chg="del">
          <ac:chgData name="Zainal Che hassan" userId="4fd0af43aa7c823e" providerId="LiveId" clId="{04C48F45-3ADF-4C5D-8F72-6E9AFFDA5551}" dt="2026-08-19T22:42:21.470" v="114" actId="478"/>
          <ac:grpSpMkLst>
            <pc:docMk/>
            <pc:sldMk cId="2152070902" sldId="341"/>
            <ac:grpSpMk id="12" creationId="{608D7BBD-4A90-C9A9-CBFA-C7448C6D2960}"/>
          </ac:grpSpMkLst>
        </pc:grpChg>
        <pc:grpChg chg="del">
          <ac:chgData name="Zainal Che hassan" userId="4fd0af43aa7c823e" providerId="LiveId" clId="{04C48F45-3ADF-4C5D-8F72-6E9AFFDA5551}" dt="2026-08-19T22:42:24.281" v="115" actId="478"/>
          <ac:grpSpMkLst>
            <pc:docMk/>
            <pc:sldMk cId="2152070902" sldId="341"/>
            <ac:grpSpMk id="13" creationId="{7B366032-0DDC-6C6E-248D-570526E1850C}"/>
          </ac:grpSpMkLst>
        </pc:grpChg>
      </pc:sldChg>
      <pc:sldChg chg="delSp mod">
        <pc:chgData name="Zainal Che hassan" userId="4fd0af43aa7c823e" providerId="LiveId" clId="{04C48F45-3ADF-4C5D-8F72-6E9AFFDA5551}" dt="2026-08-19T22:42:31.130" v="120" actId="478"/>
        <pc:sldMkLst>
          <pc:docMk/>
          <pc:sldMk cId="151626037" sldId="342"/>
        </pc:sldMkLst>
        <pc:grpChg chg="del">
          <ac:chgData name="Zainal Che hassan" userId="4fd0af43aa7c823e" providerId="LiveId" clId="{04C48F45-3ADF-4C5D-8F72-6E9AFFDA5551}" dt="2026-08-19T22:42:30.178" v="119" actId="478"/>
          <ac:grpSpMkLst>
            <pc:docMk/>
            <pc:sldMk cId="151626037" sldId="342"/>
            <ac:grpSpMk id="12" creationId="{70E19C23-8865-4722-31E1-67FE278151FE}"/>
          </ac:grpSpMkLst>
        </pc:grpChg>
        <pc:grpChg chg="del">
          <ac:chgData name="Zainal Che hassan" userId="4fd0af43aa7c823e" providerId="LiveId" clId="{04C48F45-3ADF-4C5D-8F72-6E9AFFDA5551}" dt="2026-08-19T22:42:31.130" v="120" actId="478"/>
          <ac:grpSpMkLst>
            <pc:docMk/>
            <pc:sldMk cId="151626037" sldId="342"/>
            <ac:grpSpMk id="13" creationId="{253D6ED6-6FB8-44E5-4B72-8C8DBB9661C5}"/>
          </ac:grpSpMkLst>
        </pc:grpChg>
      </pc:sldChg>
      <pc:sldChg chg="delSp mod">
        <pc:chgData name="Zainal Che hassan" userId="4fd0af43aa7c823e" providerId="LiveId" clId="{04C48F45-3ADF-4C5D-8F72-6E9AFFDA5551}" dt="2026-08-19T22:42:35.342" v="122" actId="478"/>
        <pc:sldMkLst>
          <pc:docMk/>
          <pc:sldMk cId="2647297232" sldId="343"/>
        </pc:sldMkLst>
        <pc:spChg chg="del">
          <ac:chgData name="Zainal Che hassan" userId="4fd0af43aa7c823e" providerId="LiveId" clId="{04C48F45-3ADF-4C5D-8F72-6E9AFFDA5551}" dt="2026-08-19T22:42:35.342" v="122" actId="478"/>
          <ac:spMkLst>
            <pc:docMk/>
            <pc:sldMk cId="2647297232" sldId="343"/>
            <ac:spMk id="13" creationId="{DE8BE680-8DF9-5874-55B3-186448338128}"/>
          </ac:spMkLst>
        </pc:spChg>
        <pc:picChg chg="del">
          <ac:chgData name="Zainal Che hassan" userId="4fd0af43aa7c823e" providerId="LiveId" clId="{04C48F45-3ADF-4C5D-8F72-6E9AFFDA5551}" dt="2026-08-19T22:42:34.036" v="121" actId="478"/>
          <ac:picMkLst>
            <pc:docMk/>
            <pc:sldMk cId="2647297232" sldId="343"/>
            <ac:picMk id="10" creationId="{06F3BCEE-18A7-FFF9-DD36-182962C6EAEF}"/>
          </ac:picMkLst>
        </pc:picChg>
      </pc:sldChg>
      <pc:sldChg chg="delSp mod">
        <pc:chgData name="Zainal Che hassan" userId="4fd0af43aa7c823e" providerId="LiveId" clId="{04C48F45-3ADF-4C5D-8F72-6E9AFFDA5551}" dt="2026-08-19T22:42:38.335" v="124" actId="478"/>
        <pc:sldMkLst>
          <pc:docMk/>
          <pc:sldMk cId="2693704090" sldId="344"/>
        </pc:sldMkLst>
        <pc:grpChg chg="del">
          <ac:chgData name="Zainal Che hassan" userId="4fd0af43aa7c823e" providerId="LiveId" clId="{04C48F45-3ADF-4C5D-8F72-6E9AFFDA5551}" dt="2026-08-19T22:42:36.889" v="123" actId="478"/>
          <ac:grpSpMkLst>
            <pc:docMk/>
            <pc:sldMk cId="2693704090" sldId="344"/>
            <ac:grpSpMk id="12" creationId="{C1E78702-4E07-5476-9014-A05ADE7A2F22}"/>
          </ac:grpSpMkLst>
        </pc:grpChg>
        <pc:grpChg chg="del">
          <ac:chgData name="Zainal Che hassan" userId="4fd0af43aa7c823e" providerId="LiveId" clId="{04C48F45-3ADF-4C5D-8F72-6E9AFFDA5551}" dt="2026-08-19T22:42:38.335" v="124" actId="478"/>
          <ac:grpSpMkLst>
            <pc:docMk/>
            <pc:sldMk cId="2693704090" sldId="344"/>
            <ac:grpSpMk id="13" creationId="{7EAAD135-BBD3-5EA4-5794-00047AE83FE2}"/>
          </ac:grpSpMkLst>
        </pc:grpChg>
      </pc:sldChg>
      <pc:sldChg chg="delSp mod">
        <pc:chgData name="Zainal Che hassan" userId="4fd0af43aa7c823e" providerId="LiveId" clId="{04C48F45-3ADF-4C5D-8F72-6E9AFFDA5551}" dt="2026-08-19T22:42:41.018" v="126" actId="478"/>
        <pc:sldMkLst>
          <pc:docMk/>
          <pc:sldMk cId="613886961" sldId="345"/>
        </pc:sldMkLst>
        <pc:grpChg chg="del">
          <ac:chgData name="Zainal Che hassan" userId="4fd0af43aa7c823e" providerId="LiveId" clId="{04C48F45-3ADF-4C5D-8F72-6E9AFFDA5551}" dt="2026-08-19T22:42:41.018" v="126" actId="478"/>
          <ac:grpSpMkLst>
            <pc:docMk/>
            <pc:sldMk cId="613886961" sldId="345"/>
            <ac:grpSpMk id="3" creationId="{3F5896AB-7906-C281-499B-67FFFD46BB52}"/>
          </ac:grpSpMkLst>
        </pc:grpChg>
        <pc:grpChg chg="del">
          <ac:chgData name="Zainal Che hassan" userId="4fd0af43aa7c823e" providerId="LiveId" clId="{04C48F45-3ADF-4C5D-8F72-6E9AFFDA5551}" dt="2026-08-19T22:42:39.893" v="125" actId="478"/>
          <ac:grpSpMkLst>
            <pc:docMk/>
            <pc:sldMk cId="613886961" sldId="345"/>
            <ac:grpSpMk id="12" creationId="{8EB9E8BD-EFD7-599A-7C58-6417C9EC9704}"/>
          </ac:grpSpMkLst>
        </pc:grpChg>
      </pc:sldChg>
      <pc:sldChg chg="delSp mod">
        <pc:chgData name="Zainal Che hassan" userId="4fd0af43aa7c823e" providerId="LiveId" clId="{04C48F45-3ADF-4C5D-8F72-6E9AFFDA5551}" dt="2026-08-19T22:42:44.410" v="128" actId="478"/>
        <pc:sldMkLst>
          <pc:docMk/>
          <pc:sldMk cId="143747260" sldId="346"/>
        </pc:sldMkLst>
        <pc:grpChg chg="del">
          <ac:chgData name="Zainal Che hassan" userId="4fd0af43aa7c823e" providerId="LiveId" clId="{04C48F45-3ADF-4C5D-8F72-6E9AFFDA5551}" dt="2026-08-19T22:42:44.410" v="128" actId="478"/>
          <ac:grpSpMkLst>
            <pc:docMk/>
            <pc:sldMk cId="143747260" sldId="346"/>
            <ac:grpSpMk id="3" creationId="{1667EECE-CA7A-30B0-1ED3-2611EC7A7EEE}"/>
          </ac:grpSpMkLst>
        </pc:grpChg>
        <pc:grpChg chg="del">
          <ac:chgData name="Zainal Che hassan" userId="4fd0af43aa7c823e" providerId="LiveId" clId="{04C48F45-3ADF-4C5D-8F72-6E9AFFDA5551}" dt="2026-08-19T22:42:42.400" v="127" actId="478"/>
          <ac:grpSpMkLst>
            <pc:docMk/>
            <pc:sldMk cId="143747260" sldId="346"/>
            <ac:grpSpMk id="12" creationId="{71A75682-6E85-E961-61BF-57D4C3B0A93B}"/>
          </ac:grpSpMkLst>
        </pc:grpChg>
      </pc:sldChg>
      <pc:sldChg chg="delSp mod">
        <pc:chgData name="Zainal Che hassan" userId="4fd0af43aa7c823e" providerId="LiveId" clId="{04C48F45-3ADF-4C5D-8F72-6E9AFFDA5551}" dt="2026-08-19T22:42:46.262" v="129" actId="478"/>
        <pc:sldMkLst>
          <pc:docMk/>
          <pc:sldMk cId="2438549203" sldId="347"/>
        </pc:sldMkLst>
        <pc:grpChg chg="del">
          <ac:chgData name="Zainal Che hassan" userId="4fd0af43aa7c823e" providerId="LiveId" clId="{04C48F45-3ADF-4C5D-8F72-6E9AFFDA5551}" dt="2026-08-19T22:42:46.262" v="129" actId="478"/>
          <ac:grpSpMkLst>
            <pc:docMk/>
            <pc:sldMk cId="2438549203" sldId="347"/>
            <ac:grpSpMk id="12" creationId="{A843D9B8-DD84-7088-927D-E068F84436CC}"/>
          </ac:grpSpMkLst>
        </pc:grpChg>
      </pc:sldChg>
      <pc:sldChg chg="delSp mod">
        <pc:chgData name="Zainal Che hassan" userId="4fd0af43aa7c823e" providerId="LiveId" clId="{04C48F45-3ADF-4C5D-8F72-6E9AFFDA5551}" dt="2026-08-19T22:42:50.276" v="131" actId="478"/>
        <pc:sldMkLst>
          <pc:docMk/>
          <pc:sldMk cId="4214178679" sldId="348"/>
        </pc:sldMkLst>
        <pc:grpChg chg="del">
          <ac:chgData name="Zainal Che hassan" userId="4fd0af43aa7c823e" providerId="LiveId" clId="{04C48F45-3ADF-4C5D-8F72-6E9AFFDA5551}" dt="2026-08-19T22:42:47.917" v="130" actId="478"/>
          <ac:grpSpMkLst>
            <pc:docMk/>
            <pc:sldMk cId="4214178679" sldId="348"/>
            <ac:grpSpMk id="12" creationId="{6527FD45-CEFC-C562-4A2E-002191FBE971}"/>
          </ac:grpSpMkLst>
        </pc:grpChg>
        <pc:grpChg chg="del">
          <ac:chgData name="Zainal Che hassan" userId="4fd0af43aa7c823e" providerId="LiveId" clId="{04C48F45-3ADF-4C5D-8F72-6E9AFFDA5551}" dt="2026-08-19T22:42:50.276" v="131" actId="478"/>
          <ac:grpSpMkLst>
            <pc:docMk/>
            <pc:sldMk cId="4214178679" sldId="348"/>
            <ac:grpSpMk id="13" creationId="{7B118E94-BA70-FCAF-74C8-2BD3460C6D37}"/>
          </ac:grpSpMkLst>
        </pc:grpChg>
      </pc:sldChg>
      <pc:sldChg chg="addSp delSp mod">
        <pc:chgData name="Zainal Che hassan" userId="4fd0af43aa7c823e" providerId="LiveId" clId="{04C48F45-3ADF-4C5D-8F72-6E9AFFDA5551}" dt="2026-08-19T22:42:57.387" v="135" actId="478"/>
        <pc:sldMkLst>
          <pc:docMk/>
          <pc:sldMk cId="3821240908" sldId="349"/>
        </pc:sldMkLst>
        <pc:grpChg chg="del">
          <ac:chgData name="Zainal Che hassan" userId="4fd0af43aa7c823e" providerId="LiveId" clId="{04C48F45-3ADF-4C5D-8F72-6E9AFFDA5551}" dt="2026-08-19T22:42:52.623" v="132" actId="478"/>
          <ac:grpSpMkLst>
            <pc:docMk/>
            <pc:sldMk cId="3821240908" sldId="349"/>
            <ac:grpSpMk id="12" creationId="{56BF6C08-2836-5323-9BA7-1E0A5B4EB4C3}"/>
          </ac:grpSpMkLst>
        </pc:grpChg>
        <pc:grpChg chg="del">
          <ac:chgData name="Zainal Che hassan" userId="4fd0af43aa7c823e" providerId="LiveId" clId="{04C48F45-3ADF-4C5D-8F72-6E9AFFDA5551}" dt="2026-08-19T22:42:57.387" v="135" actId="478"/>
          <ac:grpSpMkLst>
            <pc:docMk/>
            <pc:sldMk cId="3821240908" sldId="349"/>
            <ac:grpSpMk id="13" creationId="{E3EBE755-1821-D9A5-6015-E7ED1784C979}"/>
          </ac:grpSpMkLst>
        </pc:grpChg>
        <pc:graphicFrameChg chg="add del">
          <ac:chgData name="Zainal Che hassan" userId="4fd0af43aa7c823e" providerId="LiveId" clId="{04C48F45-3ADF-4C5D-8F72-6E9AFFDA5551}" dt="2026-08-19T22:42:55.430" v="134" actId="478"/>
          <ac:graphicFrameMkLst>
            <pc:docMk/>
            <pc:sldMk cId="3821240908" sldId="349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3:01.253" v="137" actId="478"/>
        <pc:sldMkLst>
          <pc:docMk/>
          <pc:sldMk cId="4162861943" sldId="350"/>
        </pc:sldMkLst>
        <pc:grpChg chg="del">
          <ac:chgData name="Zainal Che hassan" userId="4fd0af43aa7c823e" providerId="LiveId" clId="{04C48F45-3ADF-4C5D-8F72-6E9AFFDA5551}" dt="2026-08-19T22:43:01.253" v="137" actId="478"/>
          <ac:grpSpMkLst>
            <pc:docMk/>
            <pc:sldMk cId="4162861943" sldId="350"/>
            <ac:grpSpMk id="3" creationId="{92C7189E-1AA2-430F-C11F-30F3A440915B}"/>
          </ac:grpSpMkLst>
        </pc:grpChg>
        <pc:grpChg chg="del">
          <ac:chgData name="Zainal Che hassan" userId="4fd0af43aa7c823e" providerId="LiveId" clId="{04C48F45-3ADF-4C5D-8F72-6E9AFFDA5551}" dt="2026-08-19T22:42:59.351" v="136" actId="478"/>
          <ac:grpSpMkLst>
            <pc:docMk/>
            <pc:sldMk cId="4162861943" sldId="350"/>
            <ac:grpSpMk id="12" creationId="{B87D8264-5543-2EDB-4E42-4F78A1618D95}"/>
          </ac:grpSpMkLst>
        </pc:grpChg>
      </pc:sldChg>
      <pc:sldChg chg="delSp mod">
        <pc:chgData name="Zainal Che hassan" userId="4fd0af43aa7c823e" providerId="LiveId" clId="{04C48F45-3ADF-4C5D-8F72-6E9AFFDA5551}" dt="2026-08-19T22:43:10.156" v="140" actId="478"/>
        <pc:sldMkLst>
          <pc:docMk/>
          <pc:sldMk cId="3978919279" sldId="351"/>
        </pc:sldMkLst>
        <pc:spChg chg="del topLvl">
          <ac:chgData name="Zainal Che hassan" userId="4fd0af43aa7c823e" providerId="LiveId" clId="{04C48F45-3ADF-4C5D-8F72-6E9AFFDA5551}" dt="2026-08-19T22:43:07.951" v="139" actId="478"/>
          <ac:spMkLst>
            <pc:docMk/>
            <pc:sldMk cId="3978919279" sldId="351"/>
            <ac:spMk id="8" creationId="{44D5C725-3C08-7089-7854-DFB2E6296A0B}"/>
          </ac:spMkLst>
        </pc:spChg>
        <pc:spChg chg="del topLvl">
          <ac:chgData name="Zainal Che hassan" userId="4fd0af43aa7c823e" providerId="LiveId" clId="{04C48F45-3ADF-4C5D-8F72-6E9AFFDA5551}" dt="2026-08-19T22:43:10.156" v="140" actId="478"/>
          <ac:spMkLst>
            <pc:docMk/>
            <pc:sldMk cId="3978919279" sldId="351"/>
            <ac:spMk id="13" creationId="{14C96C3D-F738-B38D-DA2A-62484EC0FEA0}"/>
          </ac:spMkLst>
        </pc:spChg>
        <pc:grpChg chg="del">
          <ac:chgData name="Zainal Che hassan" userId="4fd0af43aa7c823e" providerId="LiveId" clId="{04C48F45-3ADF-4C5D-8F72-6E9AFFDA5551}" dt="2026-08-19T22:43:07.951" v="139" actId="478"/>
          <ac:grpSpMkLst>
            <pc:docMk/>
            <pc:sldMk cId="3978919279" sldId="351"/>
            <ac:grpSpMk id="3" creationId="{3DB1CE68-CA34-3AE2-6F2F-89E6B57684F0}"/>
          </ac:grpSpMkLst>
        </pc:grpChg>
        <pc:grpChg chg="del">
          <ac:chgData name="Zainal Che hassan" userId="4fd0af43aa7c823e" providerId="LiveId" clId="{04C48F45-3ADF-4C5D-8F72-6E9AFFDA5551}" dt="2026-08-19T22:43:04.047" v="138" actId="478"/>
          <ac:grpSpMkLst>
            <pc:docMk/>
            <pc:sldMk cId="3978919279" sldId="351"/>
            <ac:grpSpMk id="12" creationId="{3E79551F-2B03-C9AA-A206-E5A33A9BA615}"/>
          </ac:grpSpMkLst>
        </pc:grpChg>
      </pc:sldChg>
      <pc:sldChg chg="delSp mod">
        <pc:chgData name="Zainal Che hassan" userId="4fd0af43aa7c823e" providerId="LiveId" clId="{04C48F45-3ADF-4C5D-8F72-6E9AFFDA5551}" dt="2026-08-19T22:43:18.433" v="142" actId="478"/>
        <pc:sldMkLst>
          <pc:docMk/>
          <pc:sldMk cId="787152567" sldId="352"/>
        </pc:sldMkLst>
        <pc:grpChg chg="del">
          <ac:chgData name="Zainal Che hassan" userId="4fd0af43aa7c823e" providerId="LiveId" clId="{04C48F45-3ADF-4C5D-8F72-6E9AFFDA5551}" dt="2026-08-19T22:43:18.433" v="142" actId="478"/>
          <ac:grpSpMkLst>
            <pc:docMk/>
            <pc:sldMk cId="787152567" sldId="352"/>
            <ac:grpSpMk id="3" creationId="{FA25E1BA-F78B-AF43-6830-DF43F7CBECB8}"/>
          </ac:grpSpMkLst>
        </pc:grpChg>
        <pc:grpChg chg="del">
          <ac:chgData name="Zainal Che hassan" userId="4fd0af43aa7c823e" providerId="LiveId" clId="{04C48F45-3ADF-4C5D-8F72-6E9AFFDA5551}" dt="2026-08-19T22:43:11.590" v="141" actId="478"/>
          <ac:grpSpMkLst>
            <pc:docMk/>
            <pc:sldMk cId="787152567" sldId="352"/>
            <ac:grpSpMk id="12" creationId="{AF95FB98-4852-4408-5CEE-A6448B9336CF}"/>
          </ac:grpSpMkLst>
        </pc:grpChg>
      </pc:sldChg>
      <pc:sldChg chg="delSp mod">
        <pc:chgData name="Zainal Che hassan" userId="4fd0af43aa7c823e" providerId="LiveId" clId="{04C48F45-3ADF-4C5D-8F72-6E9AFFDA5551}" dt="2026-08-19T22:43:21.872" v="144" actId="478"/>
        <pc:sldMkLst>
          <pc:docMk/>
          <pc:sldMk cId="2039813398" sldId="353"/>
        </pc:sldMkLst>
        <pc:grpChg chg="del">
          <ac:chgData name="Zainal Che hassan" userId="4fd0af43aa7c823e" providerId="LiveId" clId="{04C48F45-3ADF-4C5D-8F72-6E9AFFDA5551}" dt="2026-08-19T22:43:21.872" v="144" actId="478"/>
          <ac:grpSpMkLst>
            <pc:docMk/>
            <pc:sldMk cId="2039813398" sldId="353"/>
            <ac:grpSpMk id="3" creationId="{B8CF0F9B-84E9-C9D7-261B-A07BD686EC4E}"/>
          </ac:grpSpMkLst>
        </pc:grpChg>
        <pc:grpChg chg="del">
          <ac:chgData name="Zainal Che hassan" userId="4fd0af43aa7c823e" providerId="LiveId" clId="{04C48F45-3ADF-4C5D-8F72-6E9AFFDA5551}" dt="2026-08-19T22:43:20.415" v="143" actId="478"/>
          <ac:grpSpMkLst>
            <pc:docMk/>
            <pc:sldMk cId="2039813398" sldId="353"/>
            <ac:grpSpMk id="12" creationId="{624E925F-687E-156F-F5EE-DA06F54A3ABB}"/>
          </ac:grpSpMkLst>
        </pc:grpChg>
      </pc:sldChg>
      <pc:sldChg chg="delSp modSp mod">
        <pc:chgData name="Zainal Che hassan" userId="4fd0af43aa7c823e" providerId="LiveId" clId="{04C48F45-3ADF-4C5D-8F72-6E9AFFDA5551}" dt="2026-08-19T22:36:49.011" v="5" actId="478"/>
        <pc:sldMkLst>
          <pc:docMk/>
          <pc:sldMk cId="710356120" sldId="354"/>
        </pc:sldMkLst>
        <pc:spChg chg="del mod">
          <ac:chgData name="Zainal Che hassan" userId="4fd0af43aa7c823e" providerId="LiveId" clId="{04C48F45-3ADF-4C5D-8F72-6E9AFFDA5551}" dt="2026-08-19T22:36:47.129" v="4" actId="478"/>
          <ac:spMkLst>
            <pc:docMk/>
            <pc:sldMk cId="710356120" sldId="354"/>
            <ac:spMk id="3" creationId="{1A4F2F4D-AF53-4CAC-AD0B-90EAC7B8D576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8" creationId="{D447AA60-9F20-4BA2-99DB-455149F9609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6" creationId="{86310550-3D4E-4A9A-B526-F9D255F9445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7" creationId="{B1D0122D-5F4B-4224-B480-DB2BC2A639B5}"/>
          </ac:spMkLst>
        </pc:spChg>
        <pc:spChg chg="del">
          <ac:chgData name="Zainal Che hassan" userId="4fd0af43aa7c823e" providerId="LiveId" clId="{04C48F45-3ADF-4C5D-8F72-6E9AFFDA5551}" dt="2026-08-19T22:36:49.011" v="5" actId="478"/>
          <ac:spMkLst>
            <pc:docMk/>
            <pc:sldMk cId="710356120" sldId="354"/>
            <ac:spMk id="23" creationId="{1BB1FC1C-5B20-4A74-AC9D-D7A74C6B51E5}"/>
          </ac:spMkLst>
        </pc:spChg>
        <pc:grpChg chg="del">
          <ac:chgData name="Zainal Che hassan" userId="4fd0af43aa7c823e" providerId="LiveId" clId="{04C48F45-3ADF-4C5D-8F72-6E9AFFDA5551}" dt="2026-08-19T22:36:35.649" v="0" actId="478"/>
          <ac:grpSpMkLst>
            <pc:docMk/>
            <pc:sldMk cId="710356120" sldId="354"/>
            <ac:grpSpMk id="7" creationId="{ADFDEE52-30DA-0CC0-FC76-6A03E2D2F7FA}"/>
          </ac:grpSpMkLst>
        </pc:grpChg>
      </pc:sldChg>
      <pc:sldChg chg="delSp mod">
        <pc:chgData name="Zainal Che hassan" userId="4fd0af43aa7c823e" providerId="LiveId" clId="{04C48F45-3ADF-4C5D-8F72-6E9AFFDA5551}" dt="2026-08-19T22:41:00.002" v="87" actId="478"/>
        <pc:sldMkLst>
          <pc:docMk/>
          <pc:sldMk cId="3613173175" sldId="355"/>
        </pc:sldMkLst>
        <pc:spChg chg="del">
          <ac:chgData name="Zainal Che hassan" userId="4fd0af43aa7c823e" providerId="LiveId" clId="{04C48F45-3ADF-4C5D-8F72-6E9AFFDA5551}" dt="2026-08-19T22:40:58.433" v="86" actId="478"/>
          <ac:spMkLst>
            <pc:docMk/>
            <pc:sldMk cId="3613173175" sldId="355"/>
            <ac:spMk id="13" creationId="{52BB235F-1AAE-58FD-30F6-43F4A1F9027B}"/>
          </ac:spMkLst>
        </pc:spChg>
        <pc:grpChg chg="del">
          <ac:chgData name="Zainal Che hassan" userId="4fd0af43aa7c823e" providerId="LiveId" clId="{04C48F45-3ADF-4C5D-8F72-6E9AFFDA5551}" dt="2026-08-19T22:40:58.433" v="86" actId="478"/>
          <ac:grpSpMkLst>
            <pc:docMk/>
            <pc:sldMk cId="3613173175" sldId="355"/>
            <ac:grpSpMk id="3" creationId="{4290776A-E0F8-B06F-6912-9BC601D55389}"/>
          </ac:grpSpMkLst>
        </pc:grpChg>
        <pc:grpChg chg="del">
          <ac:chgData name="Zainal Che hassan" userId="4fd0af43aa7c823e" providerId="LiveId" clId="{04C48F45-3ADF-4C5D-8F72-6E9AFFDA5551}" dt="2026-08-19T22:41:00.002" v="87" actId="478"/>
          <ac:grpSpMkLst>
            <pc:docMk/>
            <pc:sldMk cId="3613173175" sldId="355"/>
            <ac:grpSpMk id="21" creationId="{C4860C6A-7FC2-E7B0-6CAD-018696F8F972}"/>
          </ac:grpSpMkLst>
        </pc:grpChg>
      </pc:sldChg>
      <pc:sldChg chg="delSp mod">
        <pc:chgData name="Zainal Che hassan" userId="4fd0af43aa7c823e" providerId="LiveId" clId="{04C48F45-3ADF-4C5D-8F72-6E9AFFDA5551}" dt="2026-08-19T22:41:09.033" v="88" actId="478"/>
        <pc:sldMkLst>
          <pc:docMk/>
          <pc:sldMk cId="1017700355" sldId="356"/>
        </pc:sldMkLst>
        <pc:spChg chg="del">
          <ac:chgData name="Zainal Che hassan" userId="4fd0af43aa7c823e" providerId="LiveId" clId="{04C48F45-3ADF-4C5D-8F72-6E9AFFDA5551}" dt="2026-08-19T22:41:09.033" v="88" actId="478"/>
          <ac:spMkLst>
            <pc:docMk/>
            <pc:sldMk cId="1017700355" sldId="356"/>
            <ac:spMk id="14" creationId="{D4A97464-6455-B702-00D4-B5FA9868BB13}"/>
          </ac:spMkLst>
        </pc:s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3" creationId="{34892EF5-E21D-2F10-53A7-EC2CDC7F17F2}"/>
          </ac:grpSpMkLst>
        </pc:gr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23" creationId="{5F01CF32-3848-5BF7-450C-6FEDEF3AD63B}"/>
          </ac:grpSpMkLst>
        </pc:grpChg>
      </pc:sldChg>
      <pc:sldChg chg="delSp modSp mod">
        <pc:chgData name="Zainal Che hassan" userId="4fd0af43aa7c823e" providerId="LiveId" clId="{04C48F45-3ADF-4C5D-8F72-6E9AFFDA5551}" dt="2026-08-19T22:41:55.121" v="103" actId="478"/>
        <pc:sldMkLst>
          <pc:docMk/>
          <pc:sldMk cId="3513910264" sldId="357"/>
        </pc:sldMkLst>
        <pc:spChg chg="mod">
          <ac:chgData name="Zainal Che hassan" userId="4fd0af43aa7c823e" providerId="LiveId" clId="{04C48F45-3ADF-4C5D-8F72-6E9AFFDA5551}" dt="2026-08-19T22:41:52.425" v="101" actId="20577"/>
          <ac:spMkLst>
            <pc:docMk/>
            <pc:sldMk cId="3513910264" sldId="357"/>
            <ac:spMk id="7" creationId="{1D427E25-382A-1B35-74FA-C81325EE5A36}"/>
          </ac:spMkLst>
        </pc:spChg>
        <pc:grpChg chg="del">
          <ac:chgData name="Zainal Che hassan" userId="4fd0af43aa7c823e" providerId="LiveId" clId="{04C48F45-3ADF-4C5D-8F72-6E9AFFDA5551}" dt="2026-08-19T22:41:55.121" v="103" actId="478"/>
          <ac:grpSpMkLst>
            <pc:docMk/>
            <pc:sldMk cId="3513910264" sldId="357"/>
            <ac:grpSpMk id="3" creationId="{069162FF-10CA-4BDC-2C93-6B78ED571078}"/>
          </ac:grpSpMkLst>
        </pc:grpChg>
        <pc:grpChg chg="del">
          <ac:chgData name="Zainal Che hassan" userId="4fd0af43aa7c823e" providerId="LiveId" clId="{04C48F45-3ADF-4C5D-8F72-6E9AFFDA5551}" dt="2026-08-19T22:41:53.615" v="102" actId="478"/>
          <ac:grpSpMkLst>
            <pc:docMk/>
            <pc:sldMk cId="3513910264" sldId="357"/>
            <ac:grpSpMk id="22" creationId="{7ADEA973-634F-C62B-B8D3-DDC69A078614}"/>
          </ac:grpSpMkLst>
        </pc:grpChg>
      </pc:sldChg>
      <pc:sldChg chg="delSp mod">
        <pc:chgData name="Zainal Che hassan" userId="4fd0af43aa7c823e" providerId="LiveId" clId="{04C48F45-3ADF-4C5D-8F72-6E9AFFDA5551}" dt="2026-08-19T22:41:48.921" v="99" actId="478"/>
        <pc:sldMkLst>
          <pc:docMk/>
          <pc:sldMk cId="398983938" sldId="358"/>
        </pc:sldMkLst>
        <pc:grpChg chg="del">
          <ac:chgData name="Zainal Che hassan" userId="4fd0af43aa7c823e" providerId="LiveId" clId="{04C48F45-3ADF-4C5D-8F72-6E9AFFDA5551}" dt="2026-08-19T22:41:48" v="98" actId="478"/>
          <ac:grpSpMkLst>
            <pc:docMk/>
            <pc:sldMk cId="398983938" sldId="358"/>
            <ac:grpSpMk id="12" creationId="{3327BD07-A62B-DFED-7531-D68A1505BD24}"/>
          </ac:grpSpMkLst>
        </pc:grpChg>
        <pc:grpChg chg="del">
          <ac:chgData name="Zainal Che hassan" userId="4fd0af43aa7c823e" providerId="LiveId" clId="{04C48F45-3ADF-4C5D-8F72-6E9AFFDA5551}" dt="2026-08-19T22:41:48.921" v="99" actId="478"/>
          <ac:grpSpMkLst>
            <pc:docMk/>
            <pc:sldMk cId="398983938" sldId="358"/>
            <ac:grpSpMk id="13" creationId="{293A706A-2E5B-3F77-59CB-BB9371B875D7}"/>
          </ac:grpSpMkLst>
        </pc:grpChg>
      </pc:sldChg>
      <pc:sldChg chg="delSp modSp mod">
        <pc:chgData name="Zainal Che hassan" userId="4fd0af43aa7c823e" providerId="LiveId" clId="{04C48F45-3ADF-4C5D-8F72-6E9AFFDA5551}" dt="2026-08-19T22:40:21.586" v="70" actId="478"/>
        <pc:sldMkLst>
          <pc:docMk/>
          <pc:sldMk cId="205719822" sldId="359"/>
        </pc:sldMkLst>
        <pc:spChg chg="del mod">
          <ac:chgData name="Zainal Che hassan" userId="4fd0af43aa7c823e" providerId="LiveId" clId="{04C48F45-3ADF-4C5D-8F72-6E9AFFDA5551}" dt="2026-08-19T22:40:21.586" v="70" actId="478"/>
          <ac:spMkLst>
            <pc:docMk/>
            <pc:sldMk cId="205719822" sldId="359"/>
            <ac:spMk id="14" creationId="{80739769-F0A0-BA13-D9E1-BA7862C3A9B3}"/>
          </ac:spMkLst>
        </pc:spChg>
        <pc:picChg chg="del">
          <ac:chgData name="Zainal Che hassan" userId="4fd0af43aa7c823e" providerId="LiveId" clId="{04C48F45-3ADF-4C5D-8F72-6E9AFFDA5551}" dt="2026-08-19T22:40:19.907" v="67" actId="478"/>
          <ac:picMkLst>
            <pc:docMk/>
            <pc:sldMk cId="205719822" sldId="359"/>
            <ac:picMk id="10" creationId="{8B87456F-8007-DC79-5212-0EA67B78265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9975997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Chiller (Plants Room)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 -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9314393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Water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(Water Cooled)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3372168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(Air Cooled Chiller System)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5068746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Chilled Water Pump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iii – Pumps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7107924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 Motors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iv –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8582181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Electrical Switchboard/Control Panel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iv –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pic>
      <p:nvPicPr>
        <p:cNvPr id="16" name="Photo 1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8640" y="2331720"/>
          <a:ext cx="3931920" cy="1868805"/>
        </a:xfrm>
        <a:prstGeom prst="rect">
          <a:avLst/>
        </a:prstGeom>
        <a:noFill/>
      </p:spPr>
    </p:pic>
    <p:pic>
      <p:nvPicPr>
        <p:cNvPr id="17" name="Photo 2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4663440" y="2331720"/>
          <a:ext cx="3931920" cy="1868805"/>
        </a:xfrm>
        <a:prstGeom prst="rect">
          <a:avLst/>
        </a:prstGeom>
        <a:noFill/>
      </p:spPr>
    </p:pic>
    <p:pic>
      <p:nvPicPr>
        <p:cNvPr id="18" name="Photo 3"/>
        <p:cNvPicPr>
          <a:picLocks noChangeAspect="1"/>
        </p:cNvPicPr>
        <p:nvPr/>
      </p:nvPicPr>
      <p:blipFill>
        <a:blip r:embed="rId7"/>
        <a:stretch>
          <a:fillRect/>
        </a:stretch>
      </p:blipFill>
      <p:spPr>
        <a:xfrm>
          <a:off x="548640" y="4303395"/>
          <a:ext cx="3931920" cy="1868805"/>
        </a:xfrm>
        <a:prstGeom prst="rect">
          <a:avLst/>
        </a:prstGeom>
        <a:noFill/>
      </p:spPr>
    </p:pic>
    <p:pic>
      <p:nvPicPr>
        <p:cNvPr id="19" name="Photo 4"/>
        <p:cNvPicPr>
          <a:picLocks noChangeAspect="1"/>
        </p:cNvPicPr>
        <p:nvPr/>
      </p:nvPicPr>
      <p:blipFill>
        <a:blip r:embed="rId8"/>
        <a:stretch>
          <a:fillRect/>
        </a:stretch>
      </p:blipFill>
      <p:spPr>
        <a:xfrm>
          <a:off x="4663440" y="4303395"/>
          <a:ext cx="3931920" cy="1868805"/>
        </a:xfrm>
        <a:prstGeom prst="rect">
          <a:avLst/>
        </a:prstGeom>
        <a:noFill/>
      </p:spPr>
    </p:pic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pic>
      <p:nvPicPr>
        <p:cNvPr id="17" name="Photo 1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8640" y="2331720"/>
          <a:ext cx="3931920" cy="1868805"/>
        </a:xfrm>
        <a:prstGeom prst="rect">
          <a:avLst/>
        </a:prstGeom>
        <a:noFill/>
      </p:spPr>
    </p:pic>
    <p:pic>
      <p:nvPicPr>
        <p:cNvPr id="18" name="Photo 2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4663440" y="2331720"/>
          <a:ext cx="3931920" cy="1868805"/>
        </a:xfrm>
        <a:prstGeom prst="rect">
          <a:avLst/>
        </a:prstGeom>
        <a:noFill/>
      </p:spPr>
    </p:pic>
    <p:pic>
      <p:nvPicPr>
        <p:cNvPr id="19" name="Photo 3"/>
        <p:cNvPicPr>
          <a:picLocks noChangeAspect="1"/>
        </p:cNvPicPr>
        <p:nvPr/>
      </p:nvPicPr>
      <p:blipFill>
        <a:blip r:embed="rId7"/>
        <a:stretch>
          <a:fillRect/>
        </a:stretch>
      </p:blipFill>
      <p:spPr>
        <a:xfrm>
          <a:off x="548640" y="4303395"/>
          <a:ext cx="3931920" cy="1868805"/>
        </a:xfrm>
        <a:prstGeom prst="rect">
          <a:avLst/>
        </a:prstGeom>
        <a:noFill/>
      </p:spPr>
    </p:pic>
    <p:pic>
      <p:nvPicPr>
        <p:cNvPr id="20" name="Photo 4"/>
        <p:cNvPicPr>
          <a:picLocks noChangeAspect="1"/>
        </p:cNvPicPr>
        <p:nvPr/>
      </p:nvPicPr>
      <p:blipFill>
        <a:blip r:embed="rId8"/>
        <a:stretch>
          <a:fillRect/>
        </a:stretch>
      </p:blipFill>
      <p:spPr>
        <a:xfrm>
          <a:off x="4663440" y="4303395"/>
          <a:ext cx="3931920" cy="1868805"/>
        </a:xfrm>
        <a:prstGeom prst="rect">
          <a:avLst/>
        </a:prstGeom>
        <a:noFill/>
      </p:spPr>
    </p:pic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799092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5911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405043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740742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919810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68612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9.1 Roller Shutter/Fire Roller Shutter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iii.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111953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67307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868309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ii.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225791</TotalTime>
  <Words>4632</Words>
  <Application>Microsoft Office PowerPoint</Application>
  <PresentationFormat>On-screen Show (4:3)</PresentationFormat>
  <Paragraphs>526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Zainal Che hassan</cp:lastModifiedBy>
  <cp:revision>5574</cp:revision>
  <cp:lastPrinted>2026-05-05T07:25:02Z</cp:lastPrinted>
  <dcterms:modified xsi:type="dcterms:W3CDTF">2026-08-19T22:43:23Z</dcterms:modified>
</cp:coreProperties>
</file>