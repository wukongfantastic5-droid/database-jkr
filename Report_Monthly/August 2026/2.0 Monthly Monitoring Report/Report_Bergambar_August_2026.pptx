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91"/>
  </p:notesMasterIdLst>
  <p:handoutMasterIdLst>
    <p:handoutMasterId r:id="rId92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60" r:id="rId50"/>
    <p:sldId id="359" r:id="rId51"/>
    <p:sldId id="319" r:id="rId52"/>
    <p:sldId id="320" r:id="rId53"/>
    <p:sldId id="321" r:id="rId54"/>
    <p:sldId id="322" r:id="rId55"/>
    <p:sldId id="323" r:id="rId56"/>
    <p:sldId id="324" r:id="rId57"/>
    <p:sldId id="325" r:id="rId58"/>
    <p:sldId id="355" r:id="rId59"/>
    <p:sldId id="356" r:id="rId60"/>
    <p:sldId id="265" r:id="rId61"/>
    <p:sldId id="328" r:id="rId62"/>
    <p:sldId id="329" r:id="rId63"/>
    <p:sldId id="330" r:id="rId64"/>
    <p:sldId id="331" r:id="rId65"/>
    <p:sldId id="332" r:id="rId66"/>
    <p:sldId id="333" r:id="rId67"/>
    <p:sldId id="358" r:id="rId68"/>
    <p:sldId id="357" r:id="rId69"/>
    <p:sldId id="335" r:id="rId70"/>
    <p:sldId id="336" r:id="rId71"/>
    <p:sldId id="337" r:id="rId72"/>
    <p:sldId id="338" r:id="rId73"/>
    <p:sldId id="361" r:id="rId74"/>
    <p:sldId id="339" r:id="rId75"/>
    <p:sldId id="340" r:id="rId76"/>
    <p:sldId id="341" r:id="rId77"/>
    <p:sldId id="342" r:id="rId78"/>
    <p:sldId id="343" r:id="rId79"/>
    <p:sldId id="344" r:id="rId80"/>
    <p:sldId id="345" r:id="rId81"/>
    <p:sldId id="346" r:id="rId82"/>
    <p:sldId id="347" r:id="rId83"/>
    <p:sldId id="348" r:id="rId84"/>
    <p:sldId id="349" r:id="rId85"/>
    <p:sldId id="350" r:id="rId86"/>
    <p:sldId id="351" r:id="rId87"/>
    <p:sldId id="362" r:id="rId88"/>
    <p:sldId id="352" r:id="rId89"/>
    <p:sldId id="353" r:id="rId90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  <p:sld r:id="rId87" collapse="1"/>
      <p:sld r:id="rId88" collapse="1"/>
      <p:sld r:id="rId89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89" Type="http://schemas.openxmlformats.org/officeDocument/2006/relationships/slide" Target="slides/slide89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88" Type="http://schemas.openxmlformats.org/officeDocument/2006/relationships/slide" Target="slides/slide88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87" Type="http://schemas.openxmlformats.org/officeDocument/2006/relationships/slide" Target="slides/slide87.xml"/><Relationship Id="rId61" Type="http://schemas.openxmlformats.org/officeDocument/2006/relationships/slide" Target="slides/slide61.xml"/><Relationship Id="rId82" Type="http://schemas.openxmlformats.org/officeDocument/2006/relationships/slide" Target="slides/slide82.xml"/><Relationship Id="rId19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addSld modSld sldOrd">
      <pc:chgData name="Zainal Che hassan" userId="4fd0af43aa7c823e" providerId="LiveId" clId="{04C48F45-3ADF-4C5D-8F72-6E9AFFDA5551}" dt="2026-08-20T13:02:42.404" v="351"/>
      <pc:docMkLst>
        <pc:docMk/>
      </pc:docMkLst>
      <pc:sldChg chg="delSp modSp mod">
        <pc:chgData name="Zainal Che hassan" userId="4fd0af43aa7c823e" providerId="LiveId" clId="{04C48F45-3ADF-4C5D-8F72-6E9AFFDA5551}" dt="2026-08-20T13:01:15.517" v="328" actId="20577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  <pc:graphicFrameChg chg="modGraphic">
          <ac:chgData name="Zainal Che hassan" userId="4fd0af43aa7c823e" providerId="LiveId" clId="{04C48F45-3ADF-4C5D-8F72-6E9AFFDA5551}" dt="2026-08-20T13:01:15.517" v="328" actId="20577"/>
          <ac:graphicFrameMkLst>
            <pc:docMk/>
            <pc:sldMk cId="3633359422" sldId="257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Sp mod">
        <pc:chgData name="Zainal Che hassan" userId="4fd0af43aa7c823e" providerId="LiveId" clId="{04C48F45-3ADF-4C5D-8F72-6E9AFFDA5551}" dt="2026-08-20T13:01:20.861" v="330" actId="20577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  <pc:graphicFrameChg chg="modGraphic">
          <ac:chgData name="Zainal Che hassan" userId="4fd0af43aa7c823e" providerId="LiveId" clId="{04C48F45-3ADF-4C5D-8F72-6E9AFFDA5551}" dt="2026-08-20T13:01:20.861" v="330" actId="20577"/>
          <ac:graphicFrameMkLst>
            <pc:docMk/>
            <pc:sldMk cId="1498805096" sldId="274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3:01:34.326" v="336" actId="20577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  <pc:graphicFrameChg chg="modGraphic">
          <ac:chgData name="Zainal Che hassan" userId="4fd0af43aa7c823e" providerId="LiveId" clId="{04C48F45-3ADF-4C5D-8F72-6E9AFFDA5551}" dt="2026-08-20T13:01:34.326" v="336" actId="20577"/>
          <ac:graphicFrameMkLst>
            <pc:docMk/>
            <pc:sldMk cId="990102709" sldId="278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3:01:50.752" v="345" actId="20577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  <pc:graphicFrameChg chg="modGraphic">
          <ac:chgData name="Zainal Che hassan" userId="4fd0af43aa7c823e" providerId="LiveId" clId="{04C48F45-3ADF-4C5D-8F72-6E9AFFDA5551}" dt="2026-08-20T13:01:50.752" v="345" actId="20577"/>
          <ac:graphicFrameMkLst>
            <pc:docMk/>
            <pc:sldMk cId="3543370562" sldId="279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3:02:09.447" v="349" actId="20577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graphicFrameChg chg="mod modGraphic">
          <ac:chgData name="Zainal Che hassan" userId="4fd0af43aa7c823e" providerId="LiveId" clId="{04C48F45-3ADF-4C5D-8F72-6E9AFFDA5551}" dt="2026-08-20T13:02:09.447" v="349" actId="20577"/>
          <ac:graphicFrameMkLst>
            <pc:docMk/>
            <pc:sldMk cId="1085975896" sldId="280"/>
            <ac:graphicFrameMk id="11" creationId="{FBEC9EDC-6EE6-4B58-824C-BFC948066AC5}"/>
          </ac:graphicFrameMkLst>
        </pc:graphicFrame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Sp mod">
        <pc:chgData name="Zainal Che hassan" userId="4fd0af43aa7c823e" providerId="LiveId" clId="{04C48F45-3ADF-4C5D-8F72-6E9AFFDA5551}" dt="2026-08-20T12:47:51.277" v="184" actId="20577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  <pc:graphicFrameChg chg="modGraphic">
          <ac:chgData name="Zainal Che hassan" userId="4fd0af43aa7c823e" providerId="LiveId" clId="{04C48F45-3ADF-4C5D-8F72-6E9AFFDA5551}" dt="2026-08-20T12:47:51.277" v="184" actId="20577"/>
          <ac:graphicFrameMkLst>
            <pc:docMk/>
            <pc:sldMk cId="1553168215" sldId="329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48:09.887" v="192" actId="20577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  <pc:graphicFrameChg chg="modGraphic">
          <ac:chgData name="Zainal Che hassan" userId="4fd0af43aa7c823e" providerId="LiveId" clId="{04C48F45-3ADF-4C5D-8F72-6E9AFFDA5551}" dt="2026-08-20T12:48:09.887" v="192" actId="20577"/>
          <ac:graphicFrameMkLst>
            <pc:docMk/>
            <pc:sldMk cId="819070895" sldId="330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Sp mod">
        <pc:chgData name="Zainal Che hassan" userId="4fd0af43aa7c823e" providerId="LiveId" clId="{04C48F45-3ADF-4C5D-8F72-6E9AFFDA5551}" dt="2026-08-20T12:50:56.652" v="224" actId="113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  <pc:graphicFrameChg chg="modGraphic">
          <ac:chgData name="Zainal Che hassan" userId="4fd0af43aa7c823e" providerId="LiveId" clId="{04C48F45-3ADF-4C5D-8F72-6E9AFFDA5551}" dt="2026-08-20T12:50:56.652" v="224" actId="113"/>
          <ac:graphicFrameMkLst>
            <pc:docMk/>
            <pc:sldMk cId="613886961" sldId="345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1:09.086" v="231" actId="20577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  <pc:graphicFrameChg chg="modGraphic">
          <ac:chgData name="Zainal Che hassan" userId="4fd0af43aa7c823e" providerId="LiveId" clId="{04C48F45-3ADF-4C5D-8F72-6E9AFFDA5551}" dt="2026-08-20T12:51:09.086" v="231" actId="20577"/>
          <ac:graphicFrameMkLst>
            <pc:docMk/>
            <pc:sldMk cId="143747260" sldId="346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1:32.933" v="249" actId="113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  <pc:graphicFrameChg chg="modGraphic">
          <ac:chgData name="Zainal Che hassan" userId="4fd0af43aa7c823e" providerId="LiveId" clId="{04C48F45-3ADF-4C5D-8F72-6E9AFFDA5551}" dt="2026-08-20T12:51:32.933" v="249" actId="113"/>
          <ac:graphicFrameMkLst>
            <pc:docMk/>
            <pc:sldMk cId="2438549203" sldId="347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1:42.473" v="254" actId="20577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  <pc:graphicFrameChg chg="modGraphic">
          <ac:chgData name="Zainal Che hassan" userId="4fd0af43aa7c823e" providerId="LiveId" clId="{04C48F45-3ADF-4C5D-8F72-6E9AFFDA5551}" dt="2026-08-20T12:51:42.473" v="254" actId="20577"/>
          <ac:graphicFrameMkLst>
            <pc:docMk/>
            <pc:sldMk cId="4214178679" sldId="348"/>
            <ac:graphicFrameMk id="11" creationId="{FBEC9EDC-6EE6-4B58-824C-BFC948066AC5}"/>
          </ac:graphicFrameMkLst>
        </pc:graphicFrameChg>
      </pc:sldChg>
      <pc:sldChg chg="addSp delSp modSp mod">
        <pc:chgData name="Zainal Che hassan" userId="4fd0af43aa7c823e" providerId="LiveId" clId="{04C48F45-3ADF-4C5D-8F72-6E9AFFDA5551}" dt="2026-08-20T12:53:35.078" v="259" actId="20577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 modGraphic">
          <ac:chgData name="Zainal Che hassan" userId="4fd0af43aa7c823e" providerId="LiveId" clId="{04C48F45-3ADF-4C5D-8F72-6E9AFFDA5551}" dt="2026-08-20T12:53:35.078" v="259" actId="20577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Sp mod ord">
        <pc:chgData name="Zainal Che hassan" userId="4fd0af43aa7c823e" providerId="LiveId" clId="{04C48F45-3ADF-4C5D-8F72-6E9AFFDA5551}" dt="2026-08-20T13:02:42.404" v="351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  <pc:graphicFrameChg chg="modGraphic">
          <ac:chgData name="Zainal Che hassan" userId="4fd0af43aa7c823e" providerId="LiveId" clId="{04C48F45-3ADF-4C5D-8F72-6E9AFFDA5551}" dt="2026-08-20T12:53:57.995" v="265" actId="113"/>
          <ac:graphicFrameMkLst>
            <pc:docMk/>
            <pc:sldMk cId="3978919279" sldId="351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4:44.370" v="285" actId="113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  <pc:graphicFrameChg chg="modGraphic">
          <ac:chgData name="Zainal Che hassan" userId="4fd0af43aa7c823e" providerId="LiveId" clId="{04C48F45-3ADF-4C5D-8F72-6E9AFFDA5551}" dt="2026-08-20T12:54:44.370" v="285" actId="113"/>
          <ac:graphicFrameMkLst>
            <pc:docMk/>
            <pc:sldMk cId="787152567" sldId="352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4:54.066" v="291" actId="113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  <pc:graphicFrameChg chg="modGraphic">
          <ac:chgData name="Zainal Che hassan" userId="4fd0af43aa7c823e" providerId="LiveId" clId="{04C48F45-3ADF-4C5D-8F72-6E9AFFDA5551}" dt="2026-08-20T12:54:54.066" v="291" actId="113"/>
          <ac:graphicFrameMkLst>
            <pc:docMk/>
            <pc:sldMk cId="2039813398" sldId="353"/>
            <ac:graphicFrameMk id="11" creationId="{FBEC9EDC-6EE6-4B58-824C-BFC948066AC5}"/>
          </ac:graphicFrameMkLst>
        </pc:graphicFrameChg>
      </pc:sldChg>
      <pc:sldChg chg="delSp modSp mod">
        <pc:chgData name="Zainal Che hassan" userId="4fd0af43aa7c823e" providerId="LiveId" clId="{04C48F45-3ADF-4C5D-8F72-6E9AFFDA5551}" dt="2026-08-20T12:59:33.115" v="303" actId="20577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  <pc:graphicFrameChg chg="modGraphic">
          <ac:chgData name="Zainal Che hassan" userId="4fd0af43aa7c823e" providerId="LiveId" clId="{04C48F45-3ADF-4C5D-8F72-6E9AFFDA5551}" dt="2026-08-20T12:59:33.115" v="303" actId="20577"/>
          <ac:graphicFrameMkLst>
            <pc:docMk/>
            <pc:sldMk cId="710356120" sldId="354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Sp mod">
        <pc:chgData name="Zainal Che hassan" userId="4fd0af43aa7c823e" providerId="LiveId" clId="{04C48F45-3ADF-4C5D-8F72-6E9AFFDA5551}" dt="2026-08-20T12:44:48.056" v="177" actId="20577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  <pc:graphicFrameChg chg="modGraphic">
          <ac:chgData name="Zainal Che hassan" userId="4fd0af43aa7c823e" providerId="LiveId" clId="{04C48F45-3ADF-4C5D-8F72-6E9AFFDA5551}" dt="2026-08-20T12:44:48.056" v="177" actId="20577"/>
          <ac:graphicFrameMkLst>
            <pc:docMk/>
            <pc:sldMk cId="1017700355" sldId="356"/>
            <ac:graphicFrameMk id="11" creationId="{39F1D7E5-A716-9A84-AA3F-D1FEF536DDA4}"/>
          </ac:graphicFrameMkLst>
        </pc:graphicFrame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  <pc:sldChg chg="modSp add mod">
        <pc:chgData name="Zainal Che hassan" userId="4fd0af43aa7c823e" providerId="LiveId" clId="{04C48F45-3ADF-4C5D-8F72-6E9AFFDA5551}" dt="2026-08-20T12:43:34.056" v="173" actId="20577"/>
        <pc:sldMkLst>
          <pc:docMk/>
          <pc:sldMk cId="2771557453" sldId="360"/>
        </pc:sldMkLst>
        <pc:graphicFrameChg chg="modGraphic">
          <ac:chgData name="Zainal Che hassan" userId="4fd0af43aa7c823e" providerId="LiveId" clId="{04C48F45-3ADF-4C5D-8F72-6E9AFFDA5551}" dt="2026-08-20T12:43:34.056" v="173" actId="20577"/>
          <ac:graphicFrameMkLst>
            <pc:docMk/>
            <pc:sldMk cId="2771557453" sldId="360"/>
            <ac:graphicFrameMk id="11" creationId="{FBEC9EDC-6EE6-4B58-824C-BFC948066AC5}"/>
          </ac:graphicFrameMkLst>
        </pc:graphicFrameChg>
      </pc:sldChg>
      <pc:sldChg chg="modSp add mod">
        <pc:chgData name="Zainal Che hassan" userId="4fd0af43aa7c823e" providerId="LiveId" clId="{04C48F45-3ADF-4C5D-8F72-6E9AFFDA5551}" dt="2026-08-20T12:49:22.545" v="216" actId="20577"/>
        <pc:sldMkLst>
          <pc:docMk/>
          <pc:sldMk cId="3115686911" sldId="361"/>
        </pc:sldMkLst>
        <pc:graphicFrameChg chg="modGraphic">
          <ac:chgData name="Zainal Che hassan" userId="4fd0af43aa7c823e" providerId="LiveId" clId="{04C48F45-3ADF-4C5D-8F72-6E9AFFDA5551}" dt="2026-08-20T12:49:22.545" v="216" actId="20577"/>
          <ac:graphicFrameMkLst>
            <pc:docMk/>
            <pc:sldMk cId="3115686911" sldId="361"/>
            <ac:graphicFrameMk id="11" creationId="{FBEC9EDC-6EE6-4B58-824C-BFC948066AC5}"/>
          </ac:graphicFrameMkLst>
        </pc:graphicFrameChg>
      </pc:sldChg>
      <pc:sldChg chg="modSp add mod">
        <pc:chgData name="Zainal Che hassan" userId="4fd0af43aa7c823e" providerId="LiveId" clId="{04C48F45-3ADF-4C5D-8F72-6E9AFFDA5551}" dt="2026-08-20T12:54:23.138" v="279" actId="20577"/>
        <pc:sldMkLst>
          <pc:docMk/>
          <pc:sldMk cId="4149330670" sldId="362"/>
        </pc:sldMkLst>
        <pc:graphicFrameChg chg="modGraphic">
          <ac:chgData name="Zainal Che hassan" userId="4fd0af43aa7c823e" providerId="LiveId" clId="{04C48F45-3ADF-4C5D-8F72-6E9AFFDA5551}" dt="2026-08-20T12:54:23.138" v="279" actId="20577"/>
          <ac:graphicFrameMkLst>
            <pc:docMk/>
            <pc:sldMk cId="4149330670" sldId="362"/>
            <ac:graphicFrameMk id="11" creationId="{FBEC9EDC-6EE6-4B58-824C-BFC948066AC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59706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2173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04495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3.jpeg"/><Relationship Id="rId6" Type="http://schemas.openxmlformats.org/officeDocument/2006/relationships/image" Target="../media/image14.jpeg"/><Relationship Id="rId7" Type="http://schemas.openxmlformats.org/officeDocument/2006/relationships/image" Target="../media/image15.jpeg"/><Relationship Id="rId8" Type="http://schemas.openxmlformats.org/officeDocument/2006/relationships/image" Target="../media/image1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29.jpeg"/><Relationship Id="rId6" Type="http://schemas.openxmlformats.org/officeDocument/2006/relationships/image" Target="../media/image30.jpeg"/><Relationship Id="rId7" Type="http://schemas.openxmlformats.org/officeDocument/2006/relationships/image" Target="../media/image31.jpeg"/><Relationship Id="rId8" Type="http://schemas.openxmlformats.org/officeDocument/2006/relationships/image" Target="../media/image3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3.jpeg"/><Relationship Id="rId6" Type="http://schemas.openxmlformats.org/officeDocument/2006/relationships/image" Target="../media/image34.jpeg"/><Relationship Id="rId7" Type="http://schemas.openxmlformats.org/officeDocument/2006/relationships/image" Target="../media/image35.jpeg"/><Relationship Id="rId8" Type="http://schemas.openxmlformats.org/officeDocument/2006/relationships/image" Target="../media/image3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7.jpeg"/><Relationship Id="rId6" Type="http://schemas.openxmlformats.org/officeDocument/2006/relationships/image" Target="../media/image38.jpeg"/><Relationship Id="rId7" Type="http://schemas.openxmlformats.org/officeDocument/2006/relationships/image" Target="../media/image39.jpeg"/><Relationship Id="rId8" Type="http://schemas.openxmlformats.org/officeDocument/2006/relationships/image" Target="../media/image40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41.jpeg"/><Relationship Id="rId6" Type="http://schemas.openxmlformats.org/officeDocument/2006/relationships/image" Target="../media/image42.jpeg"/><Relationship Id="rId7" Type="http://schemas.openxmlformats.org/officeDocument/2006/relationships/image" Target="../media/image43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6203666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General Chiller (Plants Room)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8019624"/>
              </p:ext>
            </p:extLst>
          </p:nvPr>
        </p:nvGraphicFramePr>
        <p:xfrm>
          <a:off x="35266" y="1106903"/>
          <a:ext cx="9101960" cy="4959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1.1.1(ii)a. Water Cooled Chiller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19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514379"/>
            <a:ext cx="2220878" cy="3448425"/>
          </a:xfrm>
          <a:prstGeom prst="rect">
            <a:avLst/>
          </a:prstGeom>
          <a:noFill/>
        </p:spPr>
      </p:pic>
      <p:pic>
        <p:nvPicPr>
          <p:cNvPr id="20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514379"/>
            <a:ext cx="2220878" cy="3448425"/>
          </a:xfrm>
          <a:prstGeom prst="rect">
            <a:avLst/>
          </a:prstGeom>
          <a:noFill/>
        </p:spPr>
      </p:pic>
      <p:pic>
        <p:nvPicPr>
          <p:cNvPr id="21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514379"/>
            <a:ext cx="2220878" cy="3448425"/>
          </a:xfrm>
          <a:prstGeom prst="rect">
            <a:avLst/>
          </a:prstGeom>
          <a:noFill/>
        </p:spPr>
      </p:pic>
      <p:pic>
        <p:nvPicPr>
          <p:cNvPr id="22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51437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5080217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1.1.1(ii)b.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0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729132"/>
            <a:ext cx="2220878" cy="3448425"/>
          </a:xfrm>
          <a:prstGeom prst="rect">
            <a:avLst/>
          </a:prstGeom>
          <a:noFill/>
        </p:spPr>
      </p:pic>
      <p:pic>
        <p:nvPicPr>
          <p:cNvPr id="21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729132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9688800"/>
              </p:ext>
            </p:extLst>
          </p:nvPr>
        </p:nvGraphicFramePr>
        <p:xfrm>
          <a:off x="35266" y="1106903"/>
          <a:ext cx="9101960" cy="4959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1.1.1(iii) Chilled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4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514379"/>
            <a:ext cx="2220878" cy="3448425"/>
          </a:xfrm>
          <a:prstGeom prst="rect">
            <a:avLst/>
          </a:prstGeom>
          <a:noFill/>
        </p:spPr>
      </p:pic>
      <p:pic>
        <p:nvPicPr>
          <p:cNvPr id="25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51437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51437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51437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9637738"/>
              </p:ext>
            </p:extLst>
          </p:nvPr>
        </p:nvGraphicFramePr>
        <p:xfrm>
          <a:off x="35266" y="1106903"/>
          <a:ext cx="9101960" cy="4959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1.1.1(iv)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0133540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1.1.1(v)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5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67670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67670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676709"/>
            <a:ext cx="2220878" cy="3448425"/>
          </a:xfrm>
          <a:prstGeom prst="rect">
            <a:avLst/>
          </a:prstGeom>
          <a:noFill/>
        </p:spPr>
      </p:pic>
      <p:pic>
        <p:nvPicPr>
          <p:cNvPr id="28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67670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5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67670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67670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676709"/>
            <a:ext cx="2220878" cy="3448425"/>
          </a:xfrm>
          <a:prstGeom prst="rect">
            <a:avLst/>
          </a:prstGeom>
          <a:noFill/>
        </p:spPr>
      </p:pic>
      <p:pic>
        <p:nvPicPr>
          <p:cNvPr id="28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67670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462881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2.8.6 Electrical Switch 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5574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370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822374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</a:t>
                      </a:r>
                      <a:r>
                        <a:rPr lang="en-US" b="1" dirty="0" err="1"/>
                        <a:t>PumpsGeneral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69728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5.3(ii) Pumps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829365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7.5 Wet Chemical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6869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50366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9.0(</a:t>
                      </a: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).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15390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9.0(ii).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220602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9.1 Roller Shutter/Fire Roller Shutter</a:t>
                      </a:r>
                      <a:br>
                        <a:rPr lang="en-US" b="0" dirty="0"/>
                      </a:br>
                      <a:r>
                        <a:rPr lang="en-US" b="0" dirty="0"/>
                        <a:t> 9.1(</a:t>
                      </a: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).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32731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9.1(ii).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5897377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9.1(iii).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351556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9.3(</a:t>
                      </a: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).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303843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9.3(ii).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33067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880944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9.4(</a:t>
                      </a: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).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3693998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9.4(ii).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225817</TotalTime>
  <Words>4791</Words>
  <Application>Microsoft Office PowerPoint</Application>
  <PresentationFormat>On-screen Show (4:3)</PresentationFormat>
  <Paragraphs>536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4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2026-08-20T13:03:58Z</dcterms:modified>
</cp:coreProperties>
</file>