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jpeg"/><Relationship Id="rId10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331720"/>
            <a:ext cx="2560320" cy="1868805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2331720"/>
            <a:ext cx="2560320" cy="1868805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0" y="2331720"/>
            <a:ext cx="2560320" cy="1868805"/>
          </a:xfrm>
          <a:prstGeom prst="rect">
            <a:avLst/>
          </a:prstGeom>
          <a:noFill/>
        </p:spPr>
      </p:pic>
      <p:pic>
        <p:nvPicPr>
          <p:cNvPr id="19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303395"/>
            <a:ext cx="2560320" cy="186880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331720"/>
            <a:ext cx="2560320" cy="1868805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2331720"/>
            <a:ext cx="2560320" cy="1868805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0" y="2331720"/>
            <a:ext cx="2560320" cy="1868805"/>
          </a:xfrm>
          <a:prstGeom prst="rect">
            <a:avLst/>
          </a:prstGeom>
          <a:noFill/>
        </p:spPr>
      </p:pic>
      <p:pic>
        <p:nvPicPr>
          <p:cNvPr id="20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303395"/>
            <a:ext cx="2560320" cy="1868805"/>
          </a:xfrm>
          <a:prstGeom prst="rect">
            <a:avLst/>
          </a:prstGeom>
          <a:noFill/>
        </p:spPr>
      </p:pic>
      <p:pic>
        <p:nvPicPr>
          <p:cNvPr id="21" name="Photo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1840" y="4303395"/>
            <a:ext cx="2560320" cy="1868805"/>
          </a:xfrm>
          <a:prstGeom prst="rect">
            <a:avLst/>
          </a:prstGeom>
          <a:noFill/>
        </p:spPr>
      </p:pic>
      <p:pic>
        <p:nvPicPr>
          <p:cNvPr id="22" name="Photo 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0" y="4303395"/>
            <a:ext cx="2560320" cy="186880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