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���n�F��J}���k����r�uU)��M�&xl�ŀ�MR��;8>���Tݽ�|�0��o��	�����&��ED>��ĔY����"�r���hҴ�\�*�"z2M����.�ymMc�V���ĥ)��^D����Y���^7�ڔ.���^�n�ngk�����bF�X��:/���}O�j��3��{w�>�5E׏f���1[��lpa��`n��iWU�6N'�t�n����i��c}ݴ��L��"��'\I"�hb�����hvy1k^V�i�:vJ�Ԑe����Ruh�>
r�C��v���v?4!���������0�9j-`k�����'8g�s�*�&lM�\�(.�w��'0��t%H�*HC0���'#vA�0�
�U��B2��`?�O�_
}(��p�)�K��)�K��c�4ȏ�R��/��?8��p�(�K��0��b8?���2��b���C?��X��c1�cȏ�Џ!??,ȏ�Џ!?C?����؏@?����؏@?��H�ˈ���؏@?����؏@?����L��q�G���~�
�G���~�
�G���~�
�'�8��E��_	�K�G����1�+����1�+�������#~���؏>��c�7�~�O�^F��o��8�M���	���7�~�&؏��7�~�%؏C?��8�S؏C?��x�v5�����Oa?�����T�׿l×���I���R�y���iI%T��>ծ�i2kL��t���f)���G]�$M�q��f�E{g����0��������;)�/�L9�r���R<�v��b몰��-����U���nL��m���l�����<���>g]n�7��C���@W��W��|�ʋ�������}���/f^��+��c���Q.m��P��v+�ϋ'�8��������F�F��˩�} k�u�^��W�����ﵽ^D\$~�g����ov������ȃ7?y�y��^y\�
��#���.O��*�-�/�՝��}>��������~����tCv]h����ʬ������g8�����.No8p����3�8����N)�p9;s���v��P��J#�59�|���j����Mc�VSN��T���i�i�V�\-I���!�T��qI�\�@�\�yf��ڴ�j?|����7c�*�>��p�n}ʮ�sX�ܔnt��>��W���"��S���W����%_�eW^�^N鶺��/A�I����vۀ�#w�ǿ�C�[��?��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6323" autoAdjust="0"/>
  </p:normalViewPr>
  <p:slideViewPr>
    <p:cSldViewPr snapToGrid="0">
      <p:cViewPr varScale="1">
        <p:scale>
          <a:sx n="102" d="100"/>
          <a:sy n="102" d="100"/>
        </p:scale>
        <p:origin x="2214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5/8/2026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5/8/2026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jpeg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image" Target="../media/image2.png"/><Relationship Id="rId8" Type="http://schemas.openxmlformats.org/officeDocument/2006/relationships/image" Target="../media/image166.jpeg"/><Relationship Id="rId9" Type="http://schemas.openxmlformats.org/officeDocument/2006/relationships/image" Target="../media/image167.jpeg"/><Relationship Id="rId10" Type="http://schemas.openxmlformats.org/officeDocument/2006/relationships/image" Target="../media/image168.jpeg"/><Relationship Id="rId11" Type="http://schemas.openxmlformats.org/officeDocument/2006/relationships/image" Target="../media/image16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jpeg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jpeg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2.jpeg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34.jpeg"/><Relationship Id="rId5" Type="http://schemas.openxmlformats.org/officeDocument/2006/relationships/image" Target="../media/image33.jpe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36.jpeg"/><Relationship Id="rId5" Type="http://schemas.openxmlformats.org/officeDocument/2006/relationships/image" Target="../media/image35.jpe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0.jpeg"/><Relationship Id="rId5" Type="http://schemas.openxmlformats.org/officeDocument/2006/relationships/image" Target="../media/image39.jpe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3.jpeg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5.jpeg"/><Relationship Id="rId5" Type="http://schemas.openxmlformats.org/officeDocument/2006/relationships/image" Target="../media/image44.jpe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7.jpeg"/><Relationship Id="rId5" Type="http://schemas.openxmlformats.org/officeDocument/2006/relationships/image" Target="../media/image46.jpe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9.jpeg"/><Relationship Id="rId5" Type="http://schemas.openxmlformats.org/officeDocument/2006/relationships/image" Target="../media/image48.jpe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51.jpeg"/><Relationship Id="rId5" Type="http://schemas.openxmlformats.org/officeDocument/2006/relationships/image" Target="../media/image50.jpe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53.jpeg"/><Relationship Id="rId5" Type="http://schemas.openxmlformats.org/officeDocument/2006/relationships/image" Target="../media/image52.jpe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0.jpeg"/><Relationship Id="rId6" Type="http://schemas.openxmlformats.org/officeDocument/2006/relationships/image" Target="../media/image69.jpeg"/><Relationship Id="rId5" Type="http://schemas.openxmlformats.org/officeDocument/2006/relationships/image" Target="../media/image68.jpe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80.jpeg"/><Relationship Id="rId5" Type="http://schemas.openxmlformats.org/officeDocument/2006/relationships/image" Target="../media/image79.jpe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82.jpeg"/><Relationship Id="rId5" Type="http://schemas.openxmlformats.org/officeDocument/2006/relationships/image" Target="../media/image81.jpe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3.jpeg"/><Relationship Id="rId5" Type="http://schemas.openxmlformats.org/officeDocument/2006/relationships/image" Target="../media/image92.jpe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5.jpeg"/><Relationship Id="rId5" Type="http://schemas.openxmlformats.org/officeDocument/2006/relationships/image" Target="../media/image94.jpe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7.jpeg"/><Relationship Id="rId5" Type="http://schemas.openxmlformats.org/officeDocument/2006/relationships/image" Target="../media/image96.jpe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7.jpeg"/><Relationship Id="rId5" Type="http://schemas.openxmlformats.org/officeDocument/2006/relationships/image" Target="../media/image98.jpe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1.jpeg"/><Relationship Id="rId5" Type="http://schemas.openxmlformats.org/officeDocument/2006/relationships/image" Target="../media/image100.jpe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3.jpeg"/><Relationship Id="rId5" Type="http://schemas.openxmlformats.org/officeDocument/2006/relationships/image" Target="../media/image102.jpe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5.jpeg"/><Relationship Id="rId5" Type="http://schemas.openxmlformats.org/officeDocument/2006/relationships/image" Target="../media/image104.jpe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7.jpeg"/><Relationship Id="rId5" Type="http://schemas.openxmlformats.org/officeDocument/2006/relationships/image" Target="../media/image106.jpe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5.jpeg"/><Relationship Id="rId5" Type="http://schemas.openxmlformats.org/officeDocument/2006/relationships/image" Target="../media/image108.jpe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10.jpeg"/><Relationship Id="rId5" Type="http://schemas.openxmlformats.org/officeDocument/2006/relationships/image" Target="../media/image109.jpe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12.jpeg"/><Relationship Id="rId5" Type="http://schemas.openxmlformats.org/officeDocument/2006/relationships/image" Target="../media/image111.jpe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5.jpeg"/><Relationship Id="rId6" Type="http://schemas.openxmlformats.org/officeDocument/2006/relationships/image" Target="../media/image114.jpeg"/><Relationship Id="rId5" Type="http://schemas.openxmlformats.org/officeDocument/2006/relationships/image" Target="../media/image113.jpe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8.jpeg"/><Relationship Id="rId6" Type="http://schemas.openxmlformats.org/officeDocument/2006/relationships/image" Target="../media/image117.jpeg"/><Relationship Id="rId5" Type="http://schemas.openxmlformats.org/officeDocument/2006/relationships/image" Target="../media/image116.jpe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0.jpeg"/><Relationship Id="rId5" Type="http://schemas.openxmlformats.org/officeDocument/2006/relationships/image" Target="../media/image119.jpe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2.jpeg"/><Relationship Id="rId5" Type="http://schemas.openxmlformats.org/officeDocument/2006/relationships/image" Target="../media/image121.jpe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4.jpeg"/><Relationship Id="rId5" Type="http://schemas.openxmlformats.org/officeDocument/2006/relationships/image" Target="../media/image123.jpe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5.jpeg"/><Relationship Id="rId5" Type="http://schemas.openxmlformats.org/officeDocument/2006/relationships/image" Target="../media/image120.jpe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7.jpeg"/><Relationship Id="rId5" Type="http://schemas.openxmlformats.org/officeDocument/2006/relationships/image" Target="../media/image126.jpe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jpeg"/><Relationship Id="rId3" Type="http://schemas.openxmlformats.org/officeDocument/2006/relationships/image" Target="../media/image1.png"/><Relationship Id="rId7" Type="http://schemas.openxmlformats.org/officeDocument/2006/relationships/image" Target="../media/image126.jpeg"/><Relationship Id="rId6" Type="http://schemas.openxmlformats.org/officeDocument/2006/relationships/image" Target="../media/image129.jpeg"/><Relationship Id="rId5" Type="http://schemas.openxmlformats.org/officeDocument/2006/relationships/image" Target="../media/image128.jpe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5.jpeg"/><Relationship Id="rId5" Type="http://schemas.openxmlformats.org/officeDocument/2006/relationships/image" Target="../media/image134.jpe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7.jpeg"/><Relationship Id="rId5" Type="http://schemas.openxmlformats.org/officeDocument/2006/relationships/image" Target="../media/image136.jpe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9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9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1.jpeg"/><Relationship Id="rId5" Type="http://schemas.openxmlformats.org/officeDocument/2006/relationships/image" Target="../media/image140.jpe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2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7.jpeg"/><Relationship Id="rId5" Type="http://schemas.openxmlformats.org/officeDocument/2006/relationships/image" Target="../media/image146.jpe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9.jpeg"/><Relationship Id="rId5" Type="http://schemas.openxmlformats.org/officeDocument/2006/relationships/image" Target="../media/image148.jpe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3.jpeg"/><Relationship Id="rId5" Type="http://schemas.openxmlformats.org/officeDocument/2006/relationships/image" Target="../media/image151.jpe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5.jpeg"/><Relationship Id="rId5" Type="http://schemas.openxmlformats.org/officeDocument/2006/relationships/image" Target="../media/image154.jpe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7.jpeg"/><Relationship Id="rId5" Type="http://schemas.openxmlformats.org/officeDocument/2006/relationships/image" Target="../media/image156.jpe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8.jpeg"/><Relationship Id="rId5" Type="http://schemas.openxmlformats.org/officeDocument/2006/relationships/image" Target="../media/image157.jpe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0.jpeg"/><Relationship Id="rId5" Type="http://schemas.openxmlformats.org/officeDocument/2006/relationships/image" Target="../media/image159.jpe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2.jpeg"/><Relationship Id="rId5" Type="http://schemas.openxmlformats.org/officeDocument/2006/relationships/image" Target="../media/image161.jpe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3.jpeg"/><Relationship Id="rId5" Type="http://schemas.openxmlformats.org/officeDocument/2006/relationships/image" Target="../media/image150.jpe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3.jpeg"/><Relationship Id="rId5" Type="http://schemas.openxmlformats.org/officeDocument/2006/relationships/image" Target="../media/image153.jpe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FDEE52-30DA-0CC0-FC76-6A03E2D2F7FA}"/>
              </a:ext>
            </a:extLst>
          </p:cNvPr>
          <p:cNvGrpSpPr/>
          <p:nvPr/>
        </p:nvGrpSpPr>
        <p:grpSpPr>
          <a:xfrm>
            <a:off x="30486" y="2690844"/>
            <a:ext cx="9078248" cy="3755670"/>
            <a:chOff x="30486" y="2690844"/>
            <a:chExt cx="9078248" cy="3755670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447AA60-9F20-4BA2-99DB-455149F9609F}"/>
              </a:ext>
            </a:extLst>
          </p:cNvPr>
          <p:cNvSpPr txBox="1"/>
          <p:nvPr/>
        </p:nvSpPr>
        <p:spPr>
          <a:xfrm>
            <a:off x="4704329" y="607177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310550-3D4E-4A9A-B526-F9D255F9445F}"/>
              </a:ext>
            </a:extLst>
          </p:cNvPr>
          <p:cNvSpPr txBox="1"/>
          <p:nvPr/>
        </p:nvSpPr>
        <p:spPr>
          <a:xfrm>
            <a:off x="1616803" y="6079539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D0122D-5F4B-4224-B480-DB2BC2A639B5}"/>
              </a:ext>
            </a:extLst>
          </p:cNvPr>
          <p:cNvSpPr txBox="1"/>
          <p:nvPr/>
        </p:nvSpPr>
        <p:spPr>
          <a:xfrm>
            <a:off x="7631114" y="607357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68F714-D315-6114-B388-EFD4215B1EE4}"/>
              </a:ext>
            </a:extLst>
          </p:cNvPr>
          <p:cNvGrpSpPr/>
          <p:nvPr/>
        </p:nvGrpSpPr>
        <p:grpSpPr>
          <a:xfrm>
            <a:off x="35265" y="2789219"/>
            <a:ext cx="8985075" cy="3611617"/>
            <a:chOff x="35266" y="2789219"/>
            <a:chExt cx="8570042" cy="3611617"/>
          </a:xfrm>
        </p:grpSpPr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C9709EA-C6FD-4F05-894A-E12FF4CDA17A}"/>
              </a:ext>
            </a:extLst>
          </p:cNvPr>
          <p:cNvSpPr txBox="1"/>
          <p:nvPr/>
        </p:nvSpPr>
        <p:spPr>
          <a:xfrm>
            <a:off x="1719185" y="607015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B61426-1D67-BC00-1F08-DA1944D1DAA1}"/>
              </a:ext>
            </a:extLst>
          </p:cNvPr>
          <p:cNvSpPr txBox="1"/>
          <p:nvPr/>
        </p:nvSpPr>
        <p:spPr>
          <a:xfrm>
            <a:off x="4934135" y="605076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955B7-C1F3-A104-3ED2-48A4ACC8C91C}"/>
              </a:ext>
            </a:extLst>
          </p:cNvPr>
          <p:cNvSpPr txBox="1"/>
          <p:nvPr/>
        </p:nvSpPr>
        <p:spPr>
          <a:xfrm>
            <a:off x="7850610" y="6004169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455C9FD-0D72-4A1D-51FA-CC94BE5193F4}"/>
              </a:ext>
            </a:extLst>
          </p:cNvPr>
          <p:cNvGrpSpPr/>
          <p:nvPr/>
        </p:nvGrpSpPr>
        <p:grpSpPr>
          <a:xfrm>
            <a:off x="124899" y="2756408"/>
            <a:ext cx="8873731" cy="3825983"/>
            <a:chOff x="124899" y="2756408"/>
            <a:chExt cx="8873731" cy="3825983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AF8919-8906-06BA-D6D3-F4C2F7E6A6E9}"/>
              </a:ext>
            </a:extLst>
          </p:cNvPr>
          <p:cNvSpPr txBox="1"/>
          <p:nvPr/>
        </p:nvSpPr>
        <p:spPr>
          <a:xfrm>
            <a:off x="1820036" y="612917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8C6947-0A3D-3282-9DD9-A988253019E4}"/>
              </a:ext>
            </a:extLst>
          </p:cNvPr>
          <p:cNvSpPr txBox="1"/>
          <p:nvPr/>
        </p:nvSpPr>
        <p:spPr>
          <a:xfrm>
            <a:off x="5034986" y="610978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63CEE1-8D48-E01A-B197-70EBA5F1BDC3}"/>
              </a:ext>
            </a:extLst>
          </p:cNvPr>
          <p:cNvSpPr txBox="1"/>
          <p:nvPr/>
        </p:nvSpPr>
        <p:spPr>
          <a:xfrm>
            <a:off x="7951461" y="60631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59FA60-859F-AAB7-3D72-BE517E164B3F}"/>
              </a:ext>
            </a:extLst>
          </p:cNvPr>
          <p:cNvGrpSpPr/>
          <p:nvPr/>
        </p:nvGrpSpPr>
        <p:grpSpPr>
          <a:xfrm>
            <a:off x="49399" y="2764573"/>
            <a:ext cx="9101960" cy="3876697"/>
            <a:chOff x="49399" y="2764573"/>
            <a:chExt cx="9101960" cy="3876697"/>
          </a:xfrm>
        </p:grpSpPr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43464D7-79A8-6182-5480-F1FBEDE5DC61}"/>
              </a:ext>
            </a:extLst>
          </p:cNvPr>
          <p:cNvSpPr txBox="1"/>
          <p:nvPr/>
        </p:nvSpPr>
        <p:spPr>
          <a:xfrm>
            <a:off x="1738038" y="625813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4DD574-5221-9678-28A8-7F6D328B16EA}"/>
              </a:ext>
            </a:extLst>
          </p:cNvPr>
          <p:cNvSpPr txBox="1"/>
          <p:nvPr/>
        </p:nvSpPr>
        <p:spPr>
          <a:xfrm>
            <a:off x="4952988" y="623874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15D7FB-B09C-69FF-ADF1-5D1A1989A4E2}"/>
              </a:ext>
            </a:extLst>
          </p:cNvPr>
          <p:cNvSpPr txBox="1"/>
          <p:nvPr/>
        </p:nvSpPr>
        <p:spPr>
          <a:xfrm>
            <a:off x="7869463" y="619214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CB65D8-F4DC-3DA5-200F-08A588161350}"/>
              </a:ext>
            </a:extLst>
          </p:cNvPr>
          <p:cNvGrpSpPr/>
          <p:nvPr/>
        </p:nvGrpSpPr>
        <p:grpSpPr>
          <a:xfrm>
            <a:off x="35266" y="2786450"/>
            <a:ext cx="9108733" cy="3718136"/>
            <a:chOff x="35266" y="2786450"/>
            <a:chExt cx="9108733" cy="3718136"/>
          </a:xfrm>
        </p:grpSpPr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722437-1A64-D1A1-E368-CBD6F1D92B3E}"/>
              </a:ext>
            </a:extLst>
          </p:cNvPr>
          <p:cNvSpPr txBox="1"/>
          <p:nvPr/>
        </p:nvSpPr>
        <p:spPr>
          <a:xfrm>
            <a:off x="3212066" y="609789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D782DC-5011-03A7-BB7C-407FC52BD4DF}"/>
              </a:ext>
            </a:extLst>
          </p:cNvPr>
          <p:cNvSpPr txBox="1"/>
          <p:nvPr/>
        </p:nvSpPr>
        <p:spPr>
          <a:xfrm>
            <a:off x="7751991" y="612548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C2C422-816C-FC2E-0653-5B3088C14C8B}"/>
              </a:ext>
            </a:extLst>
          </p:cNvPr>
          <p:cNvSpPr txBox="1"/>
          <p:nvPr/>
        </p:nvSpPr>
        <p:spPr>
          <a:xfrm>
            <a:off x="3159764" y="613525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4A3003-6CC5-F715-A0AB-9DC8CD1D7DA0}"/>
              </a:ext>
            </a:extLst>
          </p:cNvPr>
          <p:cNvSpPr txBox="1"/>
          <p:nvPr/>
        </p:nvSpPr>
        <p:spPr>
          <a:xfrm>
            <a:off x="8026386" y="607456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7547A16-8967-B882-0D35-1C9CAE640C60}"/>
              </a:ext>
            </a:extLst>
          </p:cNvPr>
          <p:cNvSpPr txBox="1"/>
          <p:nvPr/>
        </p:nvSpPr>
        <p:spPr>
          <a:xfrm>
            <a:off x="1206547" y="586304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1CF2C2-51D7-14CB-448C-29D08EBD79B2}"/>
              </a:ext>
            </a:extLst>
          </p:cNvPr>
          <p:cNvSpPr txBox="1"/>
          <p:nvPr/>
        </p:nvSpPr>
        <p:spPr>
          <a:xfrm>
            <a:off x="3478144" y="583607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9F1AA9-6087-FC74-FFB0-113962760F48}"/>
              </a:ext>
            </a:extLst>
          </p:cNvPr>
          <p:cNvSpPr txBox="1"/>
          <p:nvPr/>
        </p:nvSpPr>
        <p:spPr>
          <a:xfrm>
            <a:off x="5512490" y="584745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EE648-C92F-CEDE-E3A3-69269D70FEEF}"/>
              </a:ext>
            </a:extLst>
          </p:cNvPr>
          <p:cNvSpPr txBox="1"/>
          <p:nvPr/>
        </p:nvSpPr>
        <p:spPr>
          <a:xfrm>
            <a:off x="7932780" y="581510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CCA67414-4385-49EE-8CC9-8B672B814FBC}"/>
              </a:ext>
            </a:extLst>
          </p:cNvPr>
          <p:cNvGrpSpPr/>
          <p:nvPr/>
        </p:nvGrpSpPr>
        <p:grpSpPr>
          <a:xfrm>
            <a:off x="25106" y="2721465"/>
            <a:ext cx="9093788" cy="3687802"/>
            <a:chOff x="-3143250" y="0"/>
            <a:chExt cx="15438672" cy="68580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E301194-B8B2-482F-9052-81184304B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0C2D5C9-3CAD-4B2D-9D02-6CCBF8B5C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1922" y="0"/>
              <a:ext cx="5143500" cy="685800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35DF48-0197-445B-B3CC-A2999A8D5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BE6BE05-E936-6B3F-D9F5-0A645A749893}"/>
              </a:ext>
            </a:extLst>
          </p:cNvPr>
          <p:cNvSpPr txBox="1"/>
          <p:nvPr/>
        </p:nvSpPr>
        <p:spPr>
          <a:xfrm>
            <a:off x="1681477" y="594510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AB8BD-DDC5-8576-4735-BFEF1B863D6D}"/>
              </a:ext>
            </a:extLst>
          </p:cNvPr>
          <p:cNvSpPr txBox="1"/>
          <p:nvPr/>
        </p:nvSpPr>
        <p:spPr>
          <a:xfrm>
            <a:off x="4896427" y="592571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D532A6-6CDE-3BFE-0687-8667FC35445C}"/>
              </a:ext>
            </a:extLst>
          </p:cNvPr>
          <p:cNvSpPr txBox="1"/>
          <p:nvPr/>
        </p:nvSpPr>
        <p:spPr>
          <a:xfrm>
            <a:off x="8031732" y="592571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pic>
      <p:nvPicPr>
        <p:cNvPr id="25" name="Photo 1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26" name="Photo 2"/>
        <p:cNvPicPr>
          <a:picLocks noChangeAspect="1"/>
        </p:cNvPicPr>
        <p:nvPr/>
      </p:nvPicPr>
      <p:blipFill>
        <a:blip r:embed="rId9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27" name="Photo 3"/>
        <p:cNvPicPr>
          <a:picLocks noChangeAspect="1"/>
        </p:cNvPicPr>
        <p:nvPr/>
      </p:nvPicPr>
      <p:blipFill>
        <a:blip r:embed="rId10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28" name="Photo 4"/>
        <p:cNvPicPr>
          <a:picLocks noChangeAspect="1"/>
        </p:cNvPicPr>
        <p:nvPr/>
      </p:nvPicPr>
      <p:blipFill>
        <a:blip r:embed="rId11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81BE55-62CE-45CD-AEB7-3A48E6E383A5}"/>
              </a:ext>
            </a:extLst>
          </p:cNvPr>
          <p:cNvGrpSpPr/>
          <p:nvPr/>
        </p:nvGrpSpPr>
        <p:grpSpPr>
          <a:xfrm>
            <a:off x="35265" y="2700868"/>
            <a:ext cx="9073469" cy="3861158"/>
            <a:chOff x="-3143250" y="-772"/>
            <a:chExt cx="15430500" cy="68587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511A2F1-6A48-431A-8C4F-33FBCC4E6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62223" cy="6858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51DCE4-3FB5-4359-8FB1-69BF4A64C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-772"/>
              <a:ext cx="5143500" cy="685800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55BEDE6-CA67-4D6F-AB36-8658D46F13D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-772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9174EEB-66E7-C578-AAC2-904603455E0A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A0D695-B25F-548C-1C39-480A5D8060AC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653BB7-73C4-9C55-7ADD-C4E3A96CA73B}"/>
              </a:ext>
            </a:extLst>
          </p:cNvPr>
          <p:cNvSpPr txBox="1"/>
          <p:nvPr/>
        </p:nvSpPr>
        <p:spPr>
          <a:xfrm>
            <a:off x="8050921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4D6FD8F5-90A1-4DDE-94B2-DE516A46D580}"/>
              </a:ext>
            </a:extLst>
          </p:cNvPr>
          <p:cNvGrpSpPr/>
          <p:nvPr/>
        </p:nvGrpSpPr>
        <p:grpSpPr>
          <a:xfrm>
            <a:off x="25105" y="2766356"/>
            <a:ext cx="9093789" cy="3643070"/>
            <a:chOff x="-3143250" y="0"/>
            <a:chExt cx="15440133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09F71A-445C-4090-A2F7-600FC8726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03B2CEF-90A3-4E3D-9669-558C9992C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3383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F7B1210-2A6F-4D3D-AE86-64A671256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F346E-4BB0-7F8B-5E38-389A2C7989EC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F8E4C0-19BB-ECE3-25E4-6F44D12DC98C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DA142C-7B7A-7E32-80B0-0997C2AA75B5}"/>
              </a:ext>
            </a:extLst>
          </p:cNvPr>
          <p:cNvSpPr txBox="1"/>
          <p:nvPr/>
        </p:nvSpPr>
        <p:spPr>
          <a:xfrm>
            <a:off x="8050921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6F357105-C528-4017-A59C-D10189C27701}"/>
              </a:ext>
            </a:extLst>
          </p:cNvPr>
          <p:cNvGrpSpPr/>
          <p:nvPr/>
        </p:nvGrpSpPr>
        <p:grpSpPr>
          <a:xfrm>
            <a:off x="25106" y="2724491"/>
            <a:ext cx="8941094" cy="3802389"/>
            <a:chOff x="-3143250" y="-5971"/>
            <a:chExt cx="15430500" cy="6863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89F5FBC-1581-4716-99C8-1AA2568B0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25243C-8C2D-4C20-80B2-7EB2F704D9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-5971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3151624-C039-40E9-B809-EC634D4C2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792243A-D112-8F6A-D6FF-A76FE412850E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981276-4FB0-AE10-D94B-41E3497BEBF3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54709-CAA3-C796-9111-EF31F30BCF50}"/>
              </a:ext>
            </a:extLst>
          </p:cNvPr>
          <p:cNvSpPr txBox="1"/>
          <p:nvPr/>
        </p:nvSpPr>
        <p:spPr>
          <a:xfrm>
            <a:off x="7850610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01B4BF24-80AD-4C42-8E5C-624A3D27C001}"/>
              </a:ext>
            </a:extLst>
          </p:cNvPr>
          <p:cNvGrpSpPr/>
          <p:nvPr/>
        </p:nvGrpSpPr>
        <p:grpSpPr>
          <a:xfrm>
            <a:off x="136280" y="2738276"/>
            <a:ext cx="8871439" cy="3607053"/>
            <a:chOff x="-2378319" y="88093"/>
            <a:chExt cx="10287000" cy="686081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53943EB-5B86-4EF1-8AD4-71AE6325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5181" y="88093"/>
              <a:ext cx="5143500" cy="6858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5E3B97-883B-4C90-AD05-9CCC40B6B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378319" y="90907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C9EA69-C947-3BFE-686E-AAAD754A6A4C}"/>
              </a:ext>
            </a:extLst>
          </p:cNvPr>
          <p:cNvSpPr txBox="1"/>
          <p:nvPr/>
        </p:nvSpPr>
        <p:spPr>
          <a:xfrm>
            <a:off x="3361412" y="5977476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EA493-EA85-1B25-09C0-80C196BBB1DC}"/>
              </a:ext>
            </a:extLst>
          </p:cNvPr>
          <p:cNvSpPr txBox="1"/>
          <p:nvPr/>
        </p:nvSpPr>
        <p:spPr>
          <a:xfrm>
            <a:off x="7850610" y="597525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B57CF24-9B4F-42B2-B08E-29FB86DB279E}"/>
              </a:ext>
            </a:extLst>
          </p:cNvPr>
          <p:cNvGrpSpPr/>
          <p:nvPr/>
        </p:nvGrpSpPr>
        <p:grpSpPr>
          <a:xfrm>
            <a:off x="193431" y="2889184"/>
            <a:ext cx="8846777" cy="3406878"/>
            <a:chOff x="-3453661" y="43792"/>
            <a:chExt cx="10286999" cy="686680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DE6D462-146D-41C3-B03F-3A6FC4349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9838" y="43792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75C594B-8324-41EF-BA5C-40588D25D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453661" y="52595"/>
              <a:ext cx="5143500" cy="6858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89EB4371-FE5A-C85D-70A1-F8A0B73D9571}"/>
              </a:ext>
            </a:extLst>
          </p:cNvPr>
          <p:cNvSpPr txBox="1"/>
          <p:nvPr/>
        </p:nvSpPr>
        <p:spPr>
          <a:xfrm>
            <a:off x="2993299" y="592673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43F0CA-421D-2EF2-F545-8F521DED59FA}"/>
              </a:ext>
            </a:extLst>
          </p:cNvPr>
          <p:cNvSpPr txBox="1"/>
          <p:nvPr/>
        </p:nvSpPr>
        <p:spPr>
          <a:xfrm>
            <a:off x="7957859" y="592026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3544D00-CA55-4DB0-9D00-47D9AE7342F6}"/>
              </a:ext>
            </a:extLst>
          </p:cNvPr>
          <p:cNvGrpSpPr/>
          <p:nvPr/>
        </p:nvGrpSpPr>
        <p:grpSpPr>
          <a:xfrm>
            <a:off x="193697" y="2760208"/>
            <a:ext cx="8756606" cy="3766675"/>
            <a:chOff x="25107" y="2710157"/>
            <a:chExt cx="8756606" cy="3766675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3AEA775-D3DC-85E6-ADF7-1ED8C54510A1}"/>
              </a:ext>
            </a:extLst>
          </p:cNvPr>
          <p:cNvSpPr txBox="1"/>
          <p:nvPr/>
        </p:nvSpPr>
        <p:spPr>
          <a:xfrm>
            <a:off x="2500367" y="61406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6C21D-0318-C7DD-3720-49A1D640F767}"/>
              </a:ext>
            </a:extLst>
          </p:cNvPr>
          <p:cNvSpPr txBox="1"/>
          <p:nvPr/>
        </p:nvSpPr>
        <p:spPr>
          <a:xfrm>
            <a:off x="5440615" y="616066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805C964-7245-4670-AA05-4AE23BC90448}"/>
              </a:ext>
            </a:extLst>
          </p:cNvPr>
          <p:cNvGrpSpPr/>
          <p:nvPr/>
        </p:nvGrpSpPr>
        <p:grpSpPr>
          <a:xfrm>
            <a:off x="125792" y="2845248"/>
            <a:ext cx="8892415" cy="3534508"/>
            <a:chOff x="-3125902" y="0"/>
            <a:chExt cx="1026965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C827C5B-F62D-4087-97D2-2EC8F3C36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15EC58-07F0-4BE7-BB5C-41990E631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25902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F5BF3D4-A572-7299-185C-C96B2ECCA328}"/>
              </a:ext>
            </a:extLst>
          </p:cNvPr>
          <p:cNvSpPr txBox="1"/>
          <p:nvPr/>
        </p:nvSpPr>
        <p:spPr>
          <a:xfrm>
            <a:off x="155339" y="601042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9F6AAE-F964-8405-CC7A-E3933788FA97}"/>
              </a:ext>
            </a:extLst>
          </p:cNvPr>
          <p:cNvSpPr txBox="1"/>
          <p:nvPr/>
        </p:nvSpPr>
        <p:spPr>
          <a:xfrm>
            <a:off x="7807619" y="604102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C16A9E-56C5-A650-1FE5-86413C902248}"/>
              </a:ext>
            </a:extLst>
          </p:cNvPr>
          <p:cNvGrpSpPr/>
          <p:nvPr/>
        </p:nvGrpSpPr>
        <p:grpSpPr>
          <a:xfrm>
            <a:off x="407400" y="2839719"/>
            <a:ext cx="8422260" cy="3766008"/>
            <a:chOff x="-3143250" y="0"/>
            <a:chExt cx="154305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694A79F-C385-28E3-68F4-115831C40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132FB2C-CC76-2CFB-A119-39A161BF8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6D6B56C-8E52-D0A0-ABAA-557D6F2E7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2585383-02ED-78C7-67F1-3DC8224B5304}"/>
              </a:ext>
            </a:extLst>
          </p:cNvPr>
          <p:cNvSpPr txBox="1"/>
          <p:nvPr/>
        </p:nvSpPr>
        <p:spPr>
          <a:xfrm>
            <a:off x="1928659" y="622188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C93CA3-D361-344E-96AF-9FBF314073B4}"/>
              </a:ext>
            </a:extLst>
          </p:cNvPr>
          <p:cNvSpPr txBox="1"/>
          <p:nvPr/>
        </p:nvSpPr>
        <p:spPr>
          <a:xfrm>
            <a:off x="5529710" y="621522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4D0660-1516-28CA-F712-7AF3CB2AAD0F}"/>
              </a:ext>
            </a:extLst>
          </p:cNvPr>
          <p:cNvSpPr txBox="1"/>
          <p:nvPr/>
        </p:nvSpPr>
        <p:spPr>
          <a:xfrm>
            <a:off x="7859664" y="620218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9B0037A-CC51-B5A8-B789-84DE3C7B731A}"/>
              </a:ext>
            </a:extLst>
          </p:cNvPr>
          <p:cNvGrpSpPr/>
          <p:nvPr/>
        </p:nvGrpSpPr>
        <p:grpSpPr>
          <a:xfrm>
            <a:off x="61319" y="2835943"/>
            <a:ext cx="9047415" cy="3429000"/>
            <a:chOff x="-3155715" y="-6323"/>
            <a:chExt cx="10299465" cy="686432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7CF97AD-1DB7-A3C4-F834-02FCE6A3B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F099119-8EBD-2AF5-96C7-1A3E2773B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55715" y="-6323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26A06A-E51B-5C36-E1A5-F4DC8258A28E}"/>
              </a:ext>
            </a:extLst>
          </p:cNvPr>
          <p:cNvSpPr txBox="1"/>
          <p:nvPr/>
        </p:nvSpPr>
        <p:spPr>
          <a:xfrm>
            <a:off x="3262316" y="5938449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FCD6F-14F5-95D3-6296-B37A7D7DFCA7}"/>
              </a:ext>
            </a:extLst>
          </p:cNvPr>
          <p:cNvSpPr txBox="1"/>
          <p:nvPr/>
        </p:nvSpPr>
        <p:spPr>
          <a:xfrm>
            <a:off x="7850610" y="59474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51499D-13C8-44AE-90A8-F19D8403A314}"/>
              </a:ext>
            </a:extLst>
          </p:cNvPr>
          <p:cNvGrpSpPr/>
          <p:nvPr/>
        </p:nvGrpSpPr>
        <p:grpSpPr>
          <a:xfrm>
            <a:off x="258527" y="2982302"/>
            <a:ext cx="8655437" cy="2927838"/>
            <a:chOff x="2000250" y="0"/>
            <a:chExt cx="10287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B475182-6565-49A6-84DC-7B9C3A1E5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BDE938F-88FE-4EA7-9D21-EF2AB4C25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A2341EC-D607-15F4-7DFE-129342D648BD}"/>
              </a:ext>
            </a:extLst>
          </p:cNvPr>
          <p:cNvSpPr txBox="1"/>
          <p:nvPr/>
        </p:nvSpPr>
        <p:spPr>
          <a:xfrm>
            <a:off x="154622" y="551522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C3F83F-2849-923C-E048-AE0DE859450C}"/>
              </a:ext>
            </a:extLst>
          </p:cNvPr>
          <p:cNvSpPr txBox="1"/>
          <p:nvPr/>
        </p:nvSpPr>
        <p:spPr>
          <a:xfrm>
            <a:off x="7674885" y="549841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B793BB0-D90D-41F7-9925-67CBA2E5EC29}"/>
              </a:ext>
            </a:extLst>
          </p:cNvPr>
          <p:cNvGrpSpPr/>
          <p:nvPr/>
        </p:nvGrpSpPr>
        <p:grpSpPr>
          <a:xfrm>
            <a:off x="110067" y="2861732"/>
            <a:ext cx="8906933" cy="3565831"/>
            <a:chOff x="2000250" y="0"/>
            <a:chExt cx="10287000" cy="685800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6A9411E-AC70-4D40-8642-E3BF05F1D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AA778759-42E2-4F29-9F24-A86E15CF3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2D2FCDE-8F59-55A9-24E4-6010EDAC7081}"/>
              </a:ext>
            </a:extLst>
          </p:cNvPr>
          <p:cNvSpPr txBox="1"/>
          <p:nvPr/>
        </p:nvSpPr>
        <p:spPr>
          <a:xfrm>
            <a:off x="3310465" y="605505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7810F-EAA3-196D-7A13-4F8D218760CF}"/>
              </a:ext>
            </a:extLst>
          </p:cNvPr>
          <p:cNvSpPr txBox="1"/>
          <p:nvPr/>
        </p:nvSpPr>
        <p:spPr>
          <a:xfrm>
            <a:off x="6790266" y="608251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A635F077-4A50-47B7-BCF3-A216C3627CFC}"/>
              </a:ext>
            </a:extLst>
          </p:cNvPr>
          <p:cNvGrpSpPr/>
          <p:nvPr/>
        </p:nvGrpSpPr>
        <p:grpSpPr>
          <a:xfrm>
            <a:off x="316455" y="2906832"/>
            <a:ext cx="8673678" cy="3570000"/>
            <a:chOff x="2000250" y="0"/>
            <a:chExt cx="10287000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647008-C76B-4421-AEE1-57E4895D2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AA0A4B-F022-46CB-987B-423DF020A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ECFED74-FFA3-CE83-7C9B-F88AA5F4BF75}"/>
              </a:ext>
            </a:extLst>
          </p:cNvPr>
          <p:cNvSpPr txBox="1"/>
          <p:nvPr/>
        </p:nvSpPr>
        <p:spPr>
          <a:xfrm>
            <a:off x="3442706" y="611472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888B7A-6ADA-A7DF-8826-6D5841FFC844}"/>
              </a:ext>
            </a:extLst>
          </p:cNvPr>
          <p:cNvSpPr txBox="1"/>
          <p:nvPr/>
        </p:nvSpPr>
        <p:spPr>
          <a:xfrm>
            <a:off x="7043757" y="610806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E677F72-A180-45C0-8593-210D38956B66}"/>
              </a:ext>
            </a:extLst>
          </p:cNvPr>
          <p:cNvGrpSpPr/>
          <p:nvPr/>
        </p:nvGrpSpPr>
        <p:grpSpPr>
          <a:xfrm>
            <a:off x="316454" y="2924417"/>
            <a:ext cx="8691265" cy="355241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3274F9A-1CF9-4EC3-BF83-8E9A05CC7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237FB1E-1253-4975-B1D1-5EA9DDE4B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E24EB77-76BB-FB31-9445-BCECA8BBED83}"/>
              </a:ext>
            </a:extLst>
          </p:cNvPr>
          <p:cNvSpPr txBox="1"/>
          <p:nvPr/>
        </p:nvSpPr>
        <p:spPr>
          <a:xfrm>
            <a:off x="3314807" y="601283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D4CE5D-1FB0-090C-57AD-FB723F718A9D}"/>
              </a:ext>
            </a:extLst>
          </p:cNvPr>
          <p:cNvSpPr txBox="1"/>
          <p:nvPr/>
        </p:nvSpPr>
        <p:spPr>
          <a:xfrm>
            <a:off x="4662087" y="6005969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3715153-8FD6-74CB-A9AE-3F476260BCC4}"/>
              </a:ext>
            </a:extLst>
          </p:cNvPr>
          <p:cNvSpPr txBox="1"/>
          <p:nvPr/>
        </p:nvSpPr>
        <p:spPr>
          <a:xfrm>
            <a:off x="5970607" y="59479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D7D5376-9B0F-6C30-2768-3001007532D4}"/>
              </a:ext>
            </a:extLst>
          </p:cNvPr>
          <p:cNvSpPr txBox="1"/>
          <p:nvPr/>
        </p:nvSpPr>
        <p:spPr>
          <a:xfrm>
            <a:off x="3000275" y="600671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4C64BA-190C-E9F5-1CBB-9657D16B1E10}"/>
              </a:ext>
            </a:extLst>
          </p:cNvPr>
          <p:cNvSpPr txBox="1"/>
          <p:nvPr/>
        </p:nvSpPr>
        <p:spPr>
          <a:xfrm>
            <a:off x="6601326" y="600005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26DC0B3-C77A-B10D-0790-EEE2EE5E1F52}"/>
              </a:ext>
            </a:extLst>
          </p:cNvPr>
          <p:cNvSpPr txBox="1"/>
          <p:nvPr/>
        </p:nvSpPr>
        <p:spPr>
          <a:xfrm>
            <a:off x="3125863" y="616223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7FF171-6D53-FAFA-B873-40E048C942D8}"/>
              </a:ext>
            </a:extLst>
          </p:cNvPr>
          <p:cNvSpPr txBox="1"/>
          <p:nvPr/>
        </p:nvSpPr>
        <p:spPr>
          <a:xfrm>
            <a:off x="6726914" y="615557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5678C1D-EE61-D0D9-0C86-A63E17D8D0BF}"/>
              </a:ext>
            </a:extLst>
          </p:cNvPr>
          <p:cNvSpPr txBox="1"/>
          <p:nvPr/>
        </p:nvSpPr>
        <p:spPr>
          <a:xfrm>
            <a:off x="3571444" y="635321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1925F7-89D7-A67A-D413-4042B0966A59}"/>
              </a:ext>
            </a:extLst>
          </p:cNvPr>
          <p:cNvSpPr txBox="1"/>
          <p:nvPr/>
        </p:nvSpPr>
        <p:spPr>
          <a:xfrm>
            <a:off x="7172495" y="634655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5FA05BD4-4388-4918-891C-2F0DE677987D}"/>
              </a:ext>
            </a:extLst>
          </p:cNvPr>
          <p:cNvGrpSpPr/>
          <p:nvPr/>
        </p:nvGrpSpPr>
        <p:grpSpPr>
          <a:xfrm>
            <a:off x="984738" y="2734409"/>
            <a:ext cx="7042639" cy="3512386"/>
            <a:chOff x="2107106" y="2891469"/>
            <a:chExt cx="3381847" cy="2333951"/>
          </a:xfrm>
        </p:grpSpPr>
      </p:grpSp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F2004F80-B4D2-4EED-B7DF-0DDD631ECECF}"/>
              </a:ext>
            </a:extLst>
          </p:cNvPr>
          <p:cNvGrpSpPr/>
          <p:nvPr/>
        </p:nvGrpSpPr>
        <p:grpSpPr>
          <a:xfrm>
            <a:off x="1463081" y="2730184"/>
            <a:ext cx="6463886" cy="3516611"/>
            <a:chOff x="1340056" y="2730184"/>
            <a:chExt cx="6463886" cy="3516611"/>
          </a:xfrm>
        </p:grpSpPr>
      </p:grpSp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2C3330C5-60FD-454A-B7D7-138967576E28}"/>
              </a:ext>
            </a:extLst>
          </p:cNvPr>
          <p:cNvGrpSpPr/>
          <p:nvPr/>
        </p:nvGrpSpPr>
        <p:grpSpPr>
          <a:xfrm>
            <a:off x="1491536" y="2708030"/>
            <a:ext cx="6427177" cy="3538765"/>
            <a:chOff x="1820036" y="2750468"/>
            <a:chExt cx="3334215" cy="2376069"/>
          </a:xfrm>
        </p:grpSpPr>
      </p:grpSp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DBA10591-B351-4EF1-B145-0405135DF824}"/>
              </a:ext>
            </a:extLst>
          </p:cNvPr>
          <p:cNvGrpSpPr/>
          <p:nvPr/>
        </p:nvGrpSpPr>
        <p:grpSpPr>
          <a:xfrm>
            <a:off x="1441938" y="2681655"/>
            <a:ext cx="6408672" cy="3565141"/>
            <a:chOff x="1441938" y="2681655"/>
            <a:chExt cx="6408672" cy="3565141"/>
          </a:xfrm>
        </p:grpSpPr>
      </p:grpSp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A1267-2229-4D00-A20C-840D2183FB81}"/>
              </a:ext>
            </a:extLst>
          </p:cNvPr>
          <p:cNvGrpSpPr/>
          <p:nvPr/>
        </p:nvGrpSpPr>
        <p:grpSpPr>
          <a:xfrm>
            <a:off x="121145" y="2706986"/>
            <a:ext cx="8935414" cy="3539807"/>
            <a:chOff x="-3114388" y="0"/>
            <a:chExt cx="15401638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6D59E1-151A-47E2-8755-4126241BC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7C1B106-DF8E-4554-817A-0C58860B8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2D8938-ABAC-4A2C-848E-2608088FD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14388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DC41C3E-B60C-E5DD-3EDA-08FF74498F21}"/>
              </a:ext>
            </a:extLst>
          </p:cNvPr>
          <p:cNvSpPr txBox="1"/>
          <p:nvPr/>
        </p:nvSpPr>
        <p:spPr>
          <a:xfrm>
            <a:off x="3948125" y="58702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9792F9-42A8-3854-4B70-11FF63E6BC24}"/>
              </a:ext>
            </a:extLst>
          </p:cNvPr>
          <p:cNvSpPr txBox="1"/>
          <p:nvPr/>
        </p:nvSpPr>
        <p:spPr>
          <a:xfrm>
            <a:off x="7549176" y="586358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EEFC05-A51F-F349-87E2-EAC844DAA5D4}"/>
              </a:ext>
            </a:extLst>
          </p:cNvPr>
          <p:cNvSpPr txBox="1"/>
          <p:nvPr/>
        </p:nvSpPr>
        <p:spPr>
          <a:xfrm>
            <a:off x="1139530" y="58702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C784754-0AC9-41DB-B156-F1EDA5ADCAE1}"/>
              </a:ext>
            </a:extLst>
          </p:cNvPr>
          <p:cNvGrpSpPr/>
          <p:nvPr/>
        </p:nvGrpSpPr>
        <p:grpSpPr>
          <a:xfrm>
            <a:off x="1177924" y="2714198"/>
            <a:ext cx="6788152" cy="3532597"/>
            <a:chOff x="1906081" y="2955218"/>
            <a:chExt cx="3409677" cy="2314898"/>
          </a:xfrm>
        </p:grpSpPr>
      </p:grpSp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DD6F684-F7BD-4A89-99DD-8DA6201CA5B2}"/>
              </a:ext>
            </a:extLst>
          </p:cNvPr>
          <p:cNvGrpSpPr/>
          <p:nvPr/>
        </p:nvGrpSpPr>
        <p:grpSpPr>
          <a:xfrm>
            <a:off x="1377018" y="2714461"/>
            <a:ext cx="6473592" cy="3532334"/>
            <a:chOff x="2156564" y="2714460"/>
            <a:chExt cx="5147396" cy="3532334"/>
          </a:xfrm>
        </p:grpSpPr>
      </p:grpSp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7CF958C-77AB-41CF-BC0D-4882AF5D78B6}"/>
              </a:ext>
            </a:extLst>
          </p:cNvPr>
          <p:cNvGrpSpPr/>
          <p:nvPr/>
        </p:nvGrpSpPr>
        <p:grpSpPr>
          <a:xfrm>
            <a:off x="1441938" y="2734681"/>
            <a:ext cx="6084277" cy="3512113"/>
            <a:chOff x="2302005" y="2734682"/>
            <a:chExt cx="3315163" cy="2362530"/>
          </a:xfrm>
        </p:grpSpPr>
      </p:grpSp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DFA24065-26EC-42A4-AE97-032B118B5552}"/>
              </a:ext>
            </a:extLst>
          </p:cNvPr>
          <p:cNvGrpSpPr/>
          <p:nvPr/>
        </p:nvGrpSpPr>
        <p:grpSpPr>
          <a:xfrm>
            <a:off x="1559641" y="2700906"/>
            <a:ext cx="5915103" cy="3545889"/>
            <a:chOff x="1984763" y="2700905"/>
            <a:chExt cx="3086530" cy="2353003"/>
          </a:xfrm>
        </p:grpSpPr>
      </p:grpSp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EE9F9960-E2EE-4606-BFF0-CB8870774E5D}"/>
              </a:ext>
            </a:extLst>
          </p:cNvPr>
          <p:cNvGrpSpPr/>
          <p:nvPr/>
        </p:nvGrpSpPr>
        <p:grpSpPr>
          <a:xfrm>
            <a:off x="742344" y="2954215"/>
            <a:ext cx="7873512" cy="2916329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A0D8AE5-D082-4CBF-A8F2-225D16A2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05E59B4-727C-4220-A5A1-07560CDEC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8C14EAC-1050-F59E-C865-D1704B0682DC}"/>
              </a:ext>
            </a:extLst>
          </p:cNvPr>
          <p:cNvSpPr txBox="1"/>
          <p:nvPr/>
        </p:nvSpPr>
        <p:spPr>
          <a:xfrm>
            <a:off x="3468512" y="554658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F3143A-2E7C-2F83-9CF2-FA479EC7A421}"/>
              </a:ext>
            </a:extLst>
          </p:cNvPr>
          <p:cNvSpPr txBox="1"/>
          <p:nvPr/>
        </p:nvSpPr>
        <p:spPr>
          <a:xfrm>
            <a:off x="7406418" y="55159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668FA72-AD31-4952-AB68-8359E103D46B}"/>
              </a:ext>
            </a:extLst>
          </p:cNvPr>
          <p:cNvGrpSpPr/>
          <p:nvPr/>
        </p:nvGrpSpPr>
        <p:grpSpPr>
          <a:xfrm>
            <a:off x="413238" y="2919975"/>
            <a:ext cx="8414308" cy="3120340"/>
            <a:chOff x="-3143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7390790-44EC-4C69-A9B2-7E7D5C704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435DD77-580F-4033-8DB0-C5929B744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787C256-9D6E-7D45-567C-634B0305E7B5}"/>
              </a:ext>
            </a:extLst>
          </p:cNvPr>
          <p:cNvSpPr txBox="1"/>
          <p:nvPr/>
        </p:nvSpPr>
        <p:spPr>
          <a:xfrm>
            <a:off x="3467362" y="567098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83A82A-3D30-3B7B-CB70-9604B73BD0E8}"/>
              </a:ext>
            </a:extLst>
          </p:cNvPr>
          <p:cNvSpPr txBox="1"/>
          <p:nvPr/>
        </p:nvSpPr>
        <p:spPr>
          <a:xfrm>
            <a:off x="7405268" y="5640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5AA8F47-EB3E-41D0-9B35-896F11A7C867}"/>
              </a:ext>
            </a:extLst>
          </p:cNvPr>
          <p:cNvGrpSpPr/>
          <p:nvPr/>
        </p:nvGrpSpPr>
        <p:grpSpPr>
          <a:xfrm>
            <a:off x="923192" y="2708030"/>
            <a:ext cx="7297616" cy="3538763"/>
            <a:chOff x="2185143" y="2683321"/>
            <a:chExt cx="3267531" cy="2284334"/>
          </a:xfrm>
        </p:grpSpPr>
      </p:grpSp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5739E-C417-415E-859D-A6A4CBDB50AD}"/>
              </a:ext>
            </a:extLst>
          </p:cNvPr>
          <p:cNvGrpSpPr/>
          <p:nvPr/>
        </p:nvGrpSpPr>
        <p:grpSpPr>
          <a:xfrm>
            <a:off x="1099038" y="2704200"/>
            <a:ext cx="6605477" cy="3468000"/>
            <a:chOff x="2312624" y="2677823"/>
            <a:chExt cx="3372321" cy="2362530"/>
          </a:xfrm>
        </p:grpSpPr>
      </p:grpSp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E0CE09F-E992-44B1-1A77-C2D4D558F5DF}"/>
              </a:ext>
            </a:extLst>
          </p:cNvPr>
          <p:cNvSpPr txBox="1"/>
          <p:nvPr/>
        </p:nvSpPr>
        <p:spPr>
          <a:xfrm>
            <a:off x="5970607" y="592283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48A5CF97-E19F-5896-8395-F1CB856440CD}"/>
              </a:ext>
            </a:extLst>
          </p:cNvPr>
          <p:cNvGrpSpPr/>
          <p:nvPr/>
        </p:nvGrpSpPr>
        <p:grpSpPr>
          <a:xfrm>
            <a:off x="844071" y="2718117"/>
            <a:ext cx="7722108" cy="3709447"/>
            <a:chOff x="844071" y="2718117"/>
            <a:chExt cx="7722108" cy="3709447"/>
          </a:xfrm>
        </p:grpSpPr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C0A2588-7C3E-1978-6893-44D70C571A78}"/>
              </a:ext>
            </a:extLst>
          </p:cNvPr>
          <p:cNvSpPr txBox="1"/>
          <p:nvPr/>
        </p:nvSpPr>
        <p:spPr>
          <a:xfrm>
            <a:off x="3494537" y="6111396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16C3FF-B0D2-FC7A-5B8E-C26FE506FB99}"/>
              </a:ext>
            </a:extLst>
          </p:cNvPr>
          <p:cNvSpPr txBox="1"/>
          <p:nvPr/>
        </p:nvSpPr>
        <p:spPr>
          <a:xfrm>
            <a:off x="7405268" y="607604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F22B807-C5F8-7B6A-27B6-58203CAD5523}"/>
              </a:ext>
            </a:extLst>
          </p:cNvPr>
          <p:cNvGrpSpPr/>
          <p:nvPr/>
        </p:nvGrpSpPr>
        <p:grpSpPr>
          <a:xfrm>
            <a:off x="207390" y="2865748"/>
            <a:ext cx="8757594" cy="3381047"/>
            <a:chOff x="2000250" y="0"/>
            <a:chExt cx="10287000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56FB869-7172-24D3-A591-4416329C6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3F66F2D-DC5D-F64B-F718-A1E6861BD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2FA8917-E2A8-C660-6283-F12C99D35400}"/>
              </a:ext>
            </a:extLst>
          </p:cNvPr>
          <p:cNvSpPr txBox="1"/>
          <p:nvPr/>
        </p:nvSpPr>
        <p:spPr>
          <a:xfrm>
            <a:off x="3494537" y="591281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11D14B-A56A-9A7F-912F-50B8F376392D}"/>
              </a:ext>
            </a:extLst>
          </p:cNvPr>
          <p:cNvSpPr txBox="1"/>
          <p:nvPr/>
        </p:nvSpPr>
        <p:spPr>
          <a:xfrm>
            <a:off x="7754396" y="591281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F77437C6-C64B-E54B-D640-5D350DB7A4C0}"/>
              </a:ext>
            </a:extLst>
          </p:cNvPr>
          <p:cNvGrpSpPr/>
          <p:nvPr/>
        </p:nvGrpSpPr>
        <p:grpSpPr>
          <a:xfrm>
            <a:off x="414779" y="3052021"/>
            <a:ext cx="8105549" cy="3375543"/>
            <a:chOff x="2000250" y="0"/>
            <a:chExt cx="10287000" cy="6858000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BE3331E-AA95-F760-BB90-AB9E17538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C85C9DB-A7F9-F53B-B99C-AD3447572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D4E3B2E-C8FE-33D0-25A4-682C44F2515B}"/>
              </a:ext>
            </a:extLst>
          </p:cNvPr>
          <p:cNvGrpSpPr/>
          <p:nvPr/>
        </p:nvGrpSpPr>
        <p:grpSpPr>
          <a:xfrm>
            <a:off x="3255523" y="6058232"/>
            <a:ext cx="5261920" cy="414704"/>
            <a:chOff x="3255523" y="6058232"/>
            <a:chExt cx="5261920" cy="41470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572701E-44E9-009D-4BF0-7B5590199342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675B2F9-0661-4D62-2365-FBE7BAFEA408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4901EF11-D3A2-5DAB-DC96-399B70719312}"/>
              </a:ext>
            </a:extLst>
          </p:cNvPr>
          <p:cNvGrpSpPr/>
          <p:nvPr/>
        </p:nvGrpSpPr>
        <p:grpSpPr>
          <a:xfrm>
            <a:off x="364389" y="2991967"/>
            <a:ext cx="8463157" cy="330409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3B8D85B-9AD9-75DD-92D9-6A2B71BA50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6AFD36-E59C-37AF-D884-CBF826376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505FA3-7762-7062-B048-4DFDBBD7AB99}"/>
              </a:ext>
            </a:extLst>
          </p:cNvPr>
          <p:cNvGrpSpPr/>
          <p:nvPr/>
        </p:nvGrpSpPr>
        <p:grpSpPr>
          <a:xfrm>
            <a:off x="3349976" y="5930625"/>
            <a:ext cx="5261920" cy="836468"/>
            <a:chOff x="3255523" y="6058232"/>
            <a:chExt cx="5261920" cy="41470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452EE2-F880-7658-62A6-C9A83D49131B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E64326D-1DEF-E2C2-C811-CCC73EFC138F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05A82A0-126C-E552-4FB1-E5369B7B93C5}"/>
              </a:ext>
            </a:extLst>
          </p:cNvPr>
          <p:cNvGrpSpPr/>
          <p:nvPr/>
        </p:nvGrpSpPr>
        <p:grpSpPr>
          <a:xfrm>
            <a:off x="420685" y="3001225"/>
            <a:ext cx="8302629" cy="3426340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116959C-4246-FC50-AC03-FAB3DB703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C7A08F8-10C6-497B-F0E5-CB15A99C5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0A083-5631-2BF1-1A1B-FC420CF6DF5A}"/>
              </a:ext>
            </a:extLst>
          </p:cNvPr>
          <p:cNvGrpSpPr/>
          <p:nvPr/>
        </p:nvGrpSpPr>
        <p:grpSpPr>
          <a:xfrm>
            <a:off x="3309844" y="6047200"/>
            <a:ext cx="5261920" cy="596257"/>
            <a:chOff x="3255523" y="6058232"/>
            <a:chExt cx="5261920" cy="41470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ED957C-A777-FD94-4CA2-F7FCD3E7AF6A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0E852D-A6D8-E612-E581-F5B0D1C603BB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0739769-F0A0-BA13-D9E1-BA7862C3A9B3}"/>
              </a:ext>
            </a:extLst>
          </p:cNvPr>
          <p:cNvSpPr txBox="1"/>
          <p:nvPr/>
        </p:nvSpPr>
        <p:spPr>
          <a:xfrm>
            <a:off x="5708118" y="6042974"/>
            <a:ext cx="1210588" cy="531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B1D9D1EC-64AB-10BA-451E-2BCD21360C86}"/>
              </a:ext>
            </a:extLst>
          </p:cNvPr>
          <p:cNvGrpSpPr/>
          <p:nvPr/>
        </p:nvGrpSpPr>
        <p:grpSpPr>
          <a:xfrm>
            <a:off x="415002" y="2736971"/>
            <a:ext cx="8313995" cy="3690594"/>
            <a:chOff x="2000250" y="0"/>
            <a:chExt cx="10287000" cy="68580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A2FC011-347B-9A56-28B8-5BD404CB0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E6DC806-81FC-840C-DA92-1658CFE94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8B0E8D-341D-830E-C4D3-28A0385732B8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3144BB0-D1A5-65DD-9C15-210A1D543981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7BC2E55-E283-9D4F-A61D-99EB8DBD98B4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B6DD11C-CA4E-11D7-1179-534FDFBA8942}"/>
              </a:ext>
            </a:extLst>
          </p:cNvPr>
          <p:cNvGrpSpPr/>
          <p:nvPr/>
        </p:nvGrpSpPr>
        <p:grpSpPr>
          <a:xfrm>
            <a:off x="207390" y="2894028"/>
            <a:ext cx="8911504" cy="3266388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C12D0BE-C783-BA1A-64C7-8F4EEF16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EEA8DE4-C29C-6155-E088-C9CD1C2DD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4FC9C0E-49DA-5E1A-2C1E-A42ACAD388E3}"/>
              </a:ext>
            </a:extLst>
          </p:cNvPr>
          <p:cNvGrpSpPr/>
          <p:nvPr/>
        </p:nvGrpSpPr>
        <p:grpSpPr>
          <a:xfrm>
            <a:off x="3693866" y="5725848"/>
            <a:ext cx="5133680" cy="434568"/>
            <a:chOff x="3255523" y="6058232"/>
            <a:chExt cx="5133680" cy="30224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67E285-D239-9E07-38F4-CAC4E376DC7C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1A9086-8C38-E329-FBB6-7C9D93212667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CF9050E-E932-CB83-169F-3C85B6B5EB2E}"/>
              </a:ext>
            </a:extLst>
          </p:cNvPr>
          <p:cNvGrpSpPr/>
          <p:nvPr/>
        </p:nvGrpSpPr>
        <p:grpSpPr>
          <a:xfrm>
            <a:off x="171450" y="2748531"/>
            <a:ext cx="8801100" cy="3728301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543CEBD-BC57-94D1-D56F-E455BF495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267A302-2488-610F-C86B-82F50BFDB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514D30-2AF1-4429-6894-E710CADDE58B}"/>
              </a:ext>
            </a:extLst>
          </p:cNvPr>
          <p:cNvGrpSpPr/>
          <p:nvPr/>
        </p:nvGrpSpPr>
        <p:grpSpPr>
          <a:xfrm>
            <a:off x="3482176" y="5989266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03F62D-6AE0-88C6-6ABC-CBF2B780C7DF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244EBE2-1FE4-67D3-3E58-EF37A784B575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BF355E14-1A5C-9A3A-77AF-ACFAFA6104D5}"/>
              </a:ext>
            </a:extLst>
          </p:cNvPr>
          <p:cNvGrpSpPr/>
          <p:nvPr/>
        </p:nvGrpSpPr>
        <p:grpSpPr>
          <a:xfrm>
            <a:off x="316455" y="2894029"/>
            <a:ext cx="8631621" cy="3451300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A585703-2FCB-DFE5-8821-C95E9F02F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82009E3-7803-C2E7-D63B-C9173467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591995-144B-FC1B-ACA9-9BECDB85470D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49196D-1B92-1B49-14DE-BEC725469C6D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F0A9D4-A32E-7EC2-0BD1-F18A6DAE398F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433AB0D-4697-2FE4-D817-1281E151AA47}"/>
              </a:ext>
            </a:extLst>
          </p:cNvPr>
          <p:cNvGrpSpPr/>
          <p:nvPr/>
        </p:nvGrpSpPr>
        <p:grpSpPr>
          <a:xfrm>
            <a:off x="471340" y="2958838"/>
            <a:ext cx="8559888" cy="3568045"/>
            <a:chOff x="2643187" y="0"/>
            <a:chExt cx="863162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3C748A-BD67-5FC3-01CB-C43578F93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3187" y="0"/>
              <a:ext cx="3857625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6C6D97A-D264-967A-87DC-2CAA1BBC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1308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0C2E24-776C-DC7E-83B7-91F76E9A9A99}"/>
              </a:ext>
            </a:extLst>
          </p:cNvPr>
          <p:cNvGrpSpPr/>
          <p:nvPr/>
        </p:nvGrpSpPr>
        <p:grpSpPr>
          <a:xfrm>
            <a:off x="2922593" y="611950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621E44-326A-E725-A9C4-DAEDBAC71E24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295986D-7E19-EE66-899F-36C18755F374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6A22819-E7B5-8359-590C-B15B3FF90117}"/>
              </a:ext>
            </a:extLst>
          </p:cNvPr>
          <p:cNvGrpSpPr/>
          <p:nvPr/>
        </p:nvGrpSpPr>
        <p:grpSpPr>
          <a:xfrm>
            <a:off x="393864" y="2753766"/>
            <a:ext cx="8356272" cy="3831996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AD1995D-6728-FD31-62A8-B0AAF45A0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6E63CD4-1976-01D9-7717-290257395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8A2867-0457-C08C-C18A-D1FB24356971}"/>
              </a:ext>
            </a:extLst>
          </p:cNvPr>
          <p:cNvGrpSpPr/>
          <p:nvPr/>
        </p:nvGrpSpPr>
        <p:grpSpPr>
          <a:xfrm>
            <a:off x="3515614" y="6162480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82093FE-E1C9-EB69-4724-24CB72D20CDF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12A7D98-84EE-7BAF-975E-B4BE22535DC8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E3503FDB-CBC8-F928-759F-F0D0B9EB9A52}"/>
              </a:ext>
            </a:extLst>
          </p:cNvPr>
          <p:cNvGrpSpPr/>
          <p:nvPr/>
        </p:nvGrpSpPr>
        <p:grpSpPr>
          <a:xfrm>
            <a:off x="316456" y="2976650"/>
            <a:ext cx="8464620" cy="3319412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E5E87F5-DAE6-6817-B3BF-1792341AE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34EFB9A-FCB7-28D9-3034-A10AE9D33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E829A06-38A5-20C8-AE2E-8F006ECC08A7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97388F-E619-5AC9-C7F6-7168A8F5605B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DAF415F-8CCF-B81E-7992-58DD9FD61560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C4860C6A-7FC2-E7B0-6CAD-018696F8F972}"/>
              </a:ext>
            </a:extLst>
          </p:cNvPr>
          <p:cNvGrpSpPr/>
          <p:nvPr/>
        </p:nvGrpSpPr>
        <p:grpSpPr>
          <a:xfrm>
            <a:off x="25105" y="2798101"/>
            <a:ext cx="9024625" cy="3547228"/>
            <a:chOff x="-1819930" y="90907"/>
            <a:chExt cx="14144625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B8997C-6D2A-9E84-9C85-874AEA160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9033" y="90907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A310FC-371C-63C4-1E16-15E6D59E81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1195" y="90907"/>
              <a:ext cx="5143500" cy="68580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B131B86-0F6E-570F-2668-EFF981AC4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819930" y="90907"/>
              <a:ext cx="3857625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290776A-E0F8-B06F-6912-9BC601D55389}"/>
              </a:ext>
            </a:extLst>
          </p:cNvPr>
          <p:cNvGrpSpPr/>
          <p:nvPr/>
        </p:nvGrpSpPr>
        <p:grpSpPr>
          <a:xfrm>
            <a:off x="557032" y="5960028"/>
            <a:ext cx="5133680" cy="434568"/>
            <a:chOff x="3255523" y="6058232"/>
            <a:chExt cx="5133680" cy="3022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72818DF-5E49-0E4B-B44A-DB2E08430BBB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752B559-AE28-166E-5ED7-8346B9D87C76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2BB235F-1AAE-58FD-30F6-43F4A1F9027B}"/>
              </a:ext>
            </a:extLst>
          </p:cNvPr>
          <p:cNvSpPr txBox="1"/>
          <p:nvPr/>
        </p:nvSpPr>
        <p:spPr>
          <a:xfrm>
            <a:off x="8044525" y="5992645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3" name="Group 22">
            <a:extLst>
              <a:ext uri="{FF2B5EF4-FFF2-40B4-BE49-F238E27FC236}">
                <a16:creationId xmlns:a16="http://schemas.microsoft.com/office/drawing/2014/main" id="{5F01CF32-3848-5BF7-450C-6FEDEF3AD63B}"/>
              </a:ext>
            </a:extLst>
          </p:cNvPr>
          <p:cNvGrpSpPr/>
          <p:nvPr/>
        </p:nvGrpSpPr>
        <p:grpSpPr>
          <a:xfrm>
            <a:off x="113122" y="2790334"/>
            <a:ext cx="8908330" cy="3818001"/>
            <a:chOff x="-3143250" y="0"/>
            <a:chExt cx="1543867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70C326E-8C6F-D876-AD92-BDF6C2DB0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522743D-BBF0-0C06-9030-CE66003D3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1922" y="0"/>
              <a:ext cx="5143500" cy="68580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3815761F-B293-FA31-88C0-E0853AC83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892EF5-E21D-2F10-53A7-EC2CDC7F17F2}"/>
              </a:ext>
            </a:extLst>
          </p:cNvPr>
          <p:cNvGrpSpPr/>
          <p:nvPr/>
        </p:nvGrpSpPr>
        <p:grpSpPr>
          <a:xfrm>
            <a:off x="1015875" y="6223034"/>
            <a:ext cx="5133680" cy="434568"/>
            <a:chOff x="3255523" y="6058232"/>
            <a:chExt cx="513368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3D91287-393C-CB1B-B55E-33C013717C17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9CD7E-73A9-0A16-5AC5-EDD4B88AFADE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4A97464-6455-B702-00D4-B5FA9868BB13}"/>
              </a:ext>
            </a:extLst>
          </p:cNvPr>
          <p:cNvSpPr txBox="1"/>
          <p:nvPr/>
        </p:nvSpPr>
        <p:spPr>
          <a:xfrm>
            <a:off x="7850610" y="6259197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3" name="Group 22">
            <a:extLst>
              <a:ext uri="{FF2B5EF4-FFF2-40B4-BE49-F238E27FC236}">
                <a16:creationId xmlns:a16="http://schemas.microsoft.com/office/drawing/2014/main" id="{13AA9BA8-0396-AE46-1C85-30686983F3AC}"/>
              </a:ext>
            </a:extLst>
          </p:cNvPr>
          <p:cNvGrpSpPr/>
          <p:nvPr/>
        </p:nvGrpSpPr>
        <p:grpSpPr>
          <a:xfrm>
            <a:off x="175491" y="3429001"/>
            <a:ext cx="8802254" cy="3338092"/>
            <a:chOff x="-3144691" y="43792"/>
            <a:chExt cx="15422886" cy="68668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FC99932-BBF4-B1BE-79CD-3CA304815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9305" y="43792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118E6E8-C858-AF56-AC7E-BDFB9F8CE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4695" y="43792"/>
              <a:ext cx="5143500" cy="68580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854F471F-005A-8EB8-0095-75C0FC152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52595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DBF0B08-AB02-F06E-F0B0-EAAB67BBB281}"/>
              </a:ext>
            </a:extLst>
          </p:cNvPr>
          <p:cNvGrpSpPr/>
          <p:nvPr/>
        </p:nvGrpSpPr>
        <p:grpSpPr>
          <a:xfrm>
            <a:off x="2063029" y="6404136"/>
            <a:ext cx="4052234" cy="396988"/>
            <a:chOff x="4302677" y="6149359"/>
            <a:chExt cx="4052234" cy="2761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4479B3-7037-6423-A157-5B32FF5087B8}"/>
                </a:ext>
              </a:extLst>
            </p:cNvPr>
            <p:cNvSpPr txBox="1"/>
            <p:nvPr/>
          </p:nvSpPr>
          <p:spPr>
            <a:xfrm>
              <a:off x="4302677" y="616859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37FD34D-9862-ED98-0A0E-F235ADDA95FC}"/>
                </a:ext>
              </a:extLst>
            </p:cNvPr>
            <p:cNvSpPr txBox="1"/>
            <p:nvPr/>
          </p:nvSpPr>
          <p:spPr>
            <a:xfrm>
              <a:off x="7272563" y="6149359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C41661F-A0BE-89E9-387D-5F7BE199E99D}"/>
              </a:ext>
            </a:extLst>
          </p:cNvPr>
          <p:cNvSpPr txBox="1"/>
          <p:nvPr/>
        </p:nvSpPr>
        <p:spPr>
          <a:xfrm>
            <a:off x="7850610" y="6414776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DF7FA80-277D-8F0B-407C-566DD6376211}"/>
              </a:ext>
            </a:extLst>
          </p:cNvPr>
          <p:cNvGrpSpPr/>
          <p:nvPr/>
        </p:nvGrpSpPr>
        <p:grpSpPr>
          <a:xfrm>
            <a:off x="538562" y="3648173"/>
            <a:ext cx="8288984" cy="2832754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6CD08D-B9BE-9FA1-7437-CC21A0912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BB9947D-EC49-E0BC-A935-DECC6DFEA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983B3F7-F270-2158-59BF-5170EF014A21}"/>
              </a:ext>
            </a:extLst>
          </p:cNvPr>
          <p:cNvGrpSpPr/>
          <p:nvPr/>
        </p:nvGrpSpPr>
        <p:grpSpPr>
          <a:xfrm>
            <a:off x="3582715" y="6005750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8522AE-7E72-103B-82C3-DDD6F670FDEC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59C94AF-3425-3C8C-2563-9A0E70571D14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964CE87-0C72-B716-94F9-E363DDF9A713}"/>
              </a:ext>
            </a:extLst>
          </p:cNvPr>
          <p:cNvGrpSpPr/>
          <p:nvPr/>
        </p:nvGrpSpPr>
        <p:grpSpPr>
          <a:xfrm>
            <a:off x="118847" y="3429000"/>
            <a:ext cx="8874420" cy="3363362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AFF8BDC-771A-8EB1-2FC6-77F31B63A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25F5F39-8159-8B80-2909-71DC85EA7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FB4975F-4235-1C5E-1549-DDC010D2A563}"/>
              </a:ext>
            </a:extLst>
          </p:cNvPr>
          <p:cNvGrpSpPr/>
          <p:nvPr/>
        </p:nvGrpSpPr>
        <p:grpSpPr>
          <a:xfrm>
            <a:off x="3281058" y="6285143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0A4CF6-7FD1-B603-2FAA-AD9DE0D9974A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BDE15A-1013-6605-9E66-C5DF35389DD5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1450192A-BB47-F30D-1E01-A15274C99C2B}"/>
              </a:ext>
            </a:extLst>
          </p:cNvPr>
          <p:cNvGrpSpPr/>
          <p:nvPr/>
        </p:nvGrpSpPr>
        <p:grpSpPr>
          <a:xfrm>
            <a:off x="25106" y="3524576"/>
            <a:ext cx="9093788" cy="318229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6D71B70-70E5-F038-FCAD-20EF97D70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4F8ADFB-ABA6-F93B-B683-F9310E2EB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1C55484-C80D-2E1C-E55B-2BBC246B5B16}"/>
              </a:ext>
            </a:extLst>
          </p:cNvPr>
          <p:cNvGrpSpPr/>
          <p:nvPr/>
        </p:nvGrpSpPr>
        <p:grpSpPr>
          <a:xfrm>
            <a:off x="3077158" y="6104284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9251846-1726-476D-B395-F2D3638AA673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BB8B1A-FD36-055E-8C9C-EDEDF7F8DA6C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D0ED-5E38-69FD-2A62-A9C8D118FBA4}"/>
              </a:ext>
            </a:extLst>
          </p:cNvPr>
          <p:cNvGrpSpPr/>
          <p:nvPr/>
        </p:nvGrpSpPr>
        <p:grpSpPr>
          <a:xfrm>
            <a:off x="530343" y="3509884"/>
            <a:ext cx="8349563" cy="3209827"/>
            <a:chOff x="2000250" y="0"/>
            <a:chExt cx="9004554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E6DC4C1-C71D-59B0-FDE9-309933B83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DEDC81-B037-0B23-54B0-1EEBD4C3EC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8A3E5A-7754-3BC0-B8E8-0DE7BC732F7D}"/>
              </a:ext>
            </a:extLst>
          </p:cNvPr>
          <p:cNvGrpSpPr/>
          <p:nvPr/>
        </p:nvGrpSpPr>
        <p:grpSpPr>
          <a:xfrm>
            <a:off x="3565626" y="6321569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71540D-DB3A-E215-B3EE-0599402184B2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E13FF-C3EA-52DF-74AF-8571E978113E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7AEA2EA-E4D0-8588-7634-656AFFFCD985}"/>
              </a:ext>
            </a:extLst>
          </p:cNvPr>
          <p:cNvGrpSpPr/>
          <p:nvPr/>
        </p:nvGrpSpPr>
        <p:grpSpPr>
          <a:xfrm>
            <a:off x="562928" y="3550597"/>
            <a:ext cx="8284393" cy="3162693"/>
            <a:chOff x="-3143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B5706B-57DD-3FD5-07A6-92441AD7C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148F98E-D840-B356-54D0-1C6CDA45D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45D1B14-7C45-1F36-DDE4-475448524CF6}"/>
              </a:ext>
            </a:extLst>
          </p:cNvPr>
          <p:cNvGrpSpPr/>
          <p:nvPr/>
        </p:nvGrpSpPr>
        <p:grpSpPr>
          <a:xfrm>
            <a:off x="530343" y="3509884"/>
            <a:ext cx="8349563" cy="3209827"/>
            <a:chOff x="2000250" y="0"/>
            <a:chExt cx="9004554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182283-263B-4F5C-DF2F-187F6FB44F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8131AD2-CEA0-07D8-D07C-9D83C6BA5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39D72AE-0BF7-63B8-1EAB-55A6E6236030}"/>
              </a:ext>
            </a:extLst>
          </p:cNvPr>
          <p:cNvGrpSpPr/>
          <p:nvPr/>
        </p:nvGrpSpPr>
        <p:grpSpPr>
          <a:xfrm>
            <a:off x="3565626" y="6321569"/>
            <a:ext cx="5261920" cy="434568"/>
            <a:chOff x="3255523" y="6058232"/>
            <a:chExt cx="5261920" cy="30224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F897AF-ADDB-C3EE-8C21-3D2464F3DBBC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F1976E-B541-641B-AFF8-53BBB7C9B7B6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34D79D6E-E664-E5B1-7415-AD5D752D6D33}"/>
              </a:ext>
            </a:extLst>
          </p:cNvPr>
          <p:cNvGrpSpPr/>
          <p:nvPr/>
        </p:nvGrpSpPr>
        <p:grpSpPr>
          <a:xfrm>
            <a:off x="15493" y="3060836"/>
            <a:ext cx="9079329" cy="3685688"/>
            <a:chOff x="15493" y="3060836"/>
            <a:chExt cx="9079329" cy="3685688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08D3D8B-5CE5-B5C9-CEEA-DA19416A06D4}"/>
              </a:ext>
            </a:extLst>
          </p:cNvPr>
          <p:cNvGrpSpPr/>
          <p:nvPr/>
        </p:nvGrpSpPr>
        <p:grpSpPr>
          <a:xfrm>
            <a:off x="1308333" y="6321569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9AF652-EB15-F6B7-759D-89F703F7ABAE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EFA7B4-7420-37B7-F25F-520DA922CDAA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04BAE1-B36D-2ECB-E066-977F69466241}"/>
              </a:ext>
            </a:extLst>
          </p:cNvPr>
          <p:cNvGrpSpPr/>
          <p:nvPr/>
        </p:nvGrpSpPr>
        <p:grpSpPr>
          <a:xfrm>
            <a:off x="3353936" y="6292127"/>
            <a:ext cx="5261920" cy="434568"/>
            <a:chOff x="3255523" y="6058232"/>
            <a:chExt cx="5261920" cy="30224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DA686D-E3D0-95C2-B8C1-22FC9F785A50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22D380-22CF-8131-B148-F7883CFC7F33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327BD07-A62B-DFED-7531-D68A1505BD24}"/>
              </a:ext>
            </a:extLst>
          </p:cNvPr>
          <p:cNvGrpSpPr/>
          <p:nvPr/>
        </p:nvGrpSpPr>
        <p:grpSpPr>
          <a:xfrm>
            <a:off x="494070" y="3688382"/>
            <a:ext cx="8155859" cy="291995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DDBBC-9409-8AB8-6E27-5EBB327EA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F3A5EB2-D32F-B5BF-9CFB-9FCB63AAF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3A706A-2E5B-3F77-59CB-BB9371B875D7}"/>
              </a:ext>
            </a:extLst>
          </p:cNvPr>
          <p:cNvGrpSpPr/>
          <p:nvPr/>
        </p:nvGrpSpPr>
        <p:grpSpPr>
          <a:xfrm>
            <a:off x="3273151" y="6235876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2E2C2A-D265-0FFB-AB1C-908542D738A0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CCEB9C9-77B0-CB23-A455-13240E178B6B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2" name="Group 21">
            <a:extLst>
              <a:ext uri="{FF2B5EF4-FFF2-40B4-BE49-F238E27FC236}">
                <a16:creationId xmlns:a16="http://schemas.microsoft.com/office/drawing/2014/main" id="{7ADEA973-634F-C62B-B8D3-DDC69A078614}"/>
              </a:ext>
            </a:extLst>
          </p:cNvPr>
          <p:cNvGrpSpPr/>
          <p:nvPr/>
        </p:nvGrpSpPr>
        <p:grpSpPr>
          <a:xfrm>
            <a:off x="164921" y="3506771"/>
            <a:ext cx="8814157" cy="2938281"/>
            <a:chOff x="-3144691" y="0"/>
            <a:chExt cx="10288441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8BBD2-1569-D2C4-916B-4FBC6FF2D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F10C174-7BF6-D767-0F03-30D0BF179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69162FF-10CA-4BDC-2C93-6B78ED571078}"/>
              </a:ext>
            </a:extLst>
          </p:cNvPr>
          <p:cNvGrpSpPr/>
          <p:nvPr/>
        </p:nvGrpSpPr>
        <p:grpSpPr>
          <a:xfrm>
            <a:off x="3452505" y="6096176"/>
            <a:ext cx="5261920" cy="434568"/>
            <a:chOff x="3255523" y="6058232"/>
            <a:chExt cx="5261920" cy="3022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427E25-382A-1B35-74FA-C81325EE5A36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0FB7CB0-A467-030A-1753-2A87160D1F38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DCF2ACAC-E557-ACB0-1A87-5DA65D236586}"/>
              </a:ext>
            </a:extLst>
          </p:cNvPr>
          <p:cNvGrpSpPr/>
          <p:nvPr/>
        </p:nvGrpSpPr>
        <p:grpSpPr>
          <a:xfrm>
            <a:off x="104703" y="3501428"/>
            <a:ext cx="8934593" cy="2910688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919E15E-7D48-FF7E-8E14-0A4609928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E6F5263-6C36-9964-35CD-ECE80479B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E4AACAA-6B32-93FB-EEA5-D044E1C128C2}"/>
              </a:ext>
            </a:extLst>
          </p:cNvPr>
          <p:cNvGrpSpPr/>
          <p:nvPr/>
        </p:nvGrpSpPr>
        <p:grpSpPr>
          <a:xfrm>
            <a:off x="103452" y="6042804"/>
            <a:ext cx="8840920" cy="369332"/>
            <a:chOff x="5039" y="6103604"/>
            <a:chExt cx="8840920" cy="25687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7C41ADD-ED6F-DE4B-5463-A92969C8CD07}"/>
                </a:ext>
              </a:extLst>
            </p:cNvPr>
            <p:cNvSpPr txBox="1"/>
            <p:nvPr/>
          </p:nvSpPr>
          <p:spPr>
            <a:xfrm>
              <a:off x="5039" y="6103604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4BDE1FC-6C99-2928-76D7-951A3D2978A3}"/>
                </a:ext>
              </a:extLst>
            </p:cNvPr>
            <p:cNvSpPr txBox="1"/>
            <p:nvPr/>
          </p:nvSpPr>
          <p:spPr>
            <a:xfrm>
              <a:off x="7635371" y="6103604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0D68C0E-41A2-A108-174D-196CE0F397DC}"/>
              </a:ext>
            </a:extLst>
          </p:cNvPr>
          <p:cNvGrpSpPr/>
          <p:nvPr/>
        </p:nvGrpSpPr>
        <p:grpSpPr>
          <a:xfrm>
            <a:off x="103452" y="3445094"/>
            <a:ext cx="8728846" cy="317608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DC60CA-FF26-A769-9FC7-30A73650E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2E58A4D-573A-DC7D-D979-517084204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11F488-BAC5-B0C7-B246-EA5201EEB46D}"/>
              </a:ext>
            </a:extLst>
          </p:cNvPr>
          <p:cNvGrpSpPr/>
          <p:nvPr/>
        </p:nvGrpSpPr>
        <p:grpSpPr>
          <a:xfrm>
            <a:off x="3335633" y="6159293"/>
            <a:ext cx="2580080" cy="369338"/>
            <a:chOff x="3237220" y="6184619"/>
            <a:chExt cx="2580080" cy="25687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3E2297-0AB3-9B77-EB9F-CBDDBB2ADB64}"/>
                </a:ext>
              </a:extLst>
            </p:cNvPr>
            <p:cNvSpPr txBox="1"/>
            <p:nvPr/>
          </p:nvSpPr>
          <p:spPr>
            <a:xfrm>
              <a:off x="3237220" y="6184619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82A13F-FCB6-5497-C8EA-D3E0E726B52F}"/>
                </a:ext>
              </a:extLst>
            </p:cNvPr>
            <p:cNvSpPr txBox="1"/>
            <p:nvPr/>
          </p:nvSpPr>
          <p:spPr>
            <a:xfrm>
              <a:off x="4606712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1105DE08-DDA7-4DC2-896A-21604868AD4E}"/>
              </a:ext>
            </a:extLst>
          </p:cNvPr>
          <p:cNvGrpSpPr/>
          <p:nvPr/>
        </p:nvGrpSpPr>
        <p:grpSpPr>
          <a:xfrm>
            <a:off x="108642" y="3466044"/>
            <a:ext cx="9010252" cy="3155133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50D984-004D-BC11-CF6D-EEA2CFC15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7D63400-1CA4-82BF-B164-44582B0C0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5C052C4-4D8D-5D3C-E6CC-6C0D8EF473FD}"/>
              </a:ext>
            </a:extLst>
          </p:cNvPr>
          <p:cNvGrpSpPr/>
          <p:nvPr/>
        </p:nvGrpSpPr>
        <p:grpSpPr>
          <a:xfrm>
            <a:off x="349053" y="6159287"/>
            <a:ext cx="8686305" cy="412178"/>
            <a:chOff x="250640" y="6184623"/>
            <a:chExt cx="8686305" cy="28667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8D8DBE1-34C7-1BDD-79EA-C592A2C8A671}"/>
                </a:ext>
              </a:extLst>
            </p:cNvPr>
            <p:cNvSpPr txBox="1"/>
            <p:nvPr/>
          </p:nvSpPr>
          <p:spPr>
            <a:xfrm>
              <a:off x="250640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4060A3-F282-396C-0AC9-06C2F00445F4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C794B1D-6161-06FF-D46E-80EB303AC97B}"/>
              </a:ext>
            </a:extLst>
          </p:cNvPr>
          <p:cNvGrpSpPr/>
          <p:nvPr/>
        </p:nvGrpSpPr>
        <p:grpSpPr>
          <a:xfrm>
            <a:off x="316455" y="3574259"/>
            <a:ext cx="8573026" cy="3046918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1023889-B026-A1AB-87F2-177F50AF2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76EC855-458C-AB81-BA94-B21315826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8DA2646-7038-85B1-4DAE-0CC4EFD9ABA2}"/>
              </a:ext>
            </a:extLst>
          </p:cNvPr>
          <p:cNvGrpSpPr/>
          <p:nvPr/>
        </p:nvGrpSpPr>
        <p:grpSpPr>
          <a:xfrm>
            <a:off x="349053" y="6159292"/>
            <a:ext cx="8540428" cy="412184"/>
            <a:chOff x="250640" y="6184623"/>
            <a:chExt cx="8540428" cy="28667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B331DA-EBCA-4B22-6795-B8B1D752C54D}"/>
                </a:ext>
              </a:extLst>
            </p:cNvPr>
            <p:cNvSpPr txBox="1"/>
            <p:nvPr/>
          </p:nvSpPr>
          <p:spPr>
            <a:xfrm>
              <a:off x="250640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14DE4E-07EC-8E9E-FF69-1560DA0972C3}"/>
                </a:ext>
              </a:extLst>
            </p:cNvPr>
            <p:cNvSpPr txBox="1"/>
            <p:nvPr/>
          </p:nvSpPr>
          <p:spPr>
            <a:xfrm>
              <a:off x="7580480" y="6214427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24D33523-A5C4-A780-F5E5-FF43FCC2F22A}"/>
              </a:ext>
            </a:extLst>
          </p:cNvPr>
          <p:cNvGrpSpPr/>
          <p:nvPr/>
        </p:nvGrpSpPr>
        <p:grpSpPr>
          <a:xfrm>
            <a:off x="389314" y="3459335"/>
            <a:ext cx="8631622" cy="3247534"/>
            <a:chOff x="389314" y="3459335"/>
            <a:chExt cx="8631622" cy="3247534"/>
          </a:xfrm>
        </p:grpSpPr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4791190-2F89-AFEE-EE7E-135B4F2D8A73}"/>
              </a:ext>
            </a:extLst>
          </p:cNvPr>
          <p:cNvGrpSpPr/>
          <p:nvPr/>
        </p:nvGrpSpPr>
        <p:grpSpPr>
          <a:xfrm>
            <a:off x="3547602" y="6202131"/>
            <a:ext cx="5487756" cy="406201"/>
            <a:chOff x="3449189" y="6214423"/>
            <a:chExt cx="5487756" cy="2825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77FC17A-709F-A89F-C100-2E9F59634999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019B23D-FB53-C211-3CD6-EBEB06B989BD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C37993D-0B05-7100-F2FB-05004286E87C}"/>
              </a:ext>
            </a:extLst>
          </p:cNvPr>
          <p:cNvGrpSpPr/>
          <p:nvPr/>
        </p:nvGrpSpPr>
        <p:grpSpPr>
          <a:xfrm>
            <a:off x="246865" y="3508215"/>
            <a:ext cx="8670892" cy="3100120"/>
            <a:chOff x="246865" y="3508215"/>
            <a:chExt cx="8092213" cy="3100120"/>
          </a:xfrm>
        </p:grpSpPr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A26BDF5-4FD0-90B0-A6E4-F15EB85E7387}"/>
              </a:ext>
            </a:extLst>
          </p:cNvPr>
          <p:cNvGrpSpPr/>
          <p:nvPr/>
        </p:nvGrpSpPr>
        <p:grpSpPr>
          <a:xfrm>
            <a:off x="3339790" y="620213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E4B5CDB-DA0C-C837-8D26-73970E9F53EF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8BC6991-8421-3653-53C1-3AE9110D8696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08D7BBD-4A90-C9A9-CBFA-C7448C6D2960}"/>
              </a:ext>
            </a:extLst>
          </p:cNvPr>
          <p:cNvGrpSpPr/>
          <p:nvPr/>
        </p:nvGrpSpPr>
        <p:grpSpPr>
          <a:xfrm>
            <a:off x="620399" y="3385208"/>
            <a:ext cx="7718679" cy="3321661"/>
            <a:chOff x="2641473" y="0"/>
            <a:chExt cx="771867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340FBE2-D9C4-09EF-E4CD-81C643D5C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098251-51D9-4A9D-7596-A8CF6794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27" y="0"/>
              <a:ext cx="3857625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366032-0DDC-6C6E-248D-570526E1850C}"/>
              </a:ext>
            </a:extLst>
          </p:cNvPr>
          <p:cNvGrpSpPr/>
          <p:nvPr/>
        </p:nvGrpSpPr>
        <p:grpSpPr>
          <a:xfrm>
            <a:off x="2718043" y="620855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DC8F9D-5EDD-E3EC-FC60-C9488FD3E492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09AD20-3126-3116-A6D0-75E2D1E8DD55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0E19C23-8865-4722-31E1-67FE278151FE}"/>
              </a:ext>
            </a:extLst>
          </p:cNvPr>
          <p:cNvGrpSpPr/>
          <p:nvPr/>
        </p:nvGrpSpPr>
        <p:grpSpPr>
          <a:xfrm>
            <a:off x="192593" y="3610466"/>
            <a:ext cx="8634953" cy="292245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2DC2398-2C0F-3834-25EA-9078491E4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9108874-129D-5825-4632-3114CD227D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3D6ED6-6FB8-44E5-4B72-8C8DBB9661C5}"/>
              </a:ext>
            </a:extLst>
          </p:cNvPr>
          <p:cNvGrpSpPr/>
          <p:nvPr/>
        </p:nvGrpSpPr>
        <p:grpSpPr>
          <a:xfrm>
            <a:off x="3128100" y="612000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EDF6F5B-C32E-A388-4A46-3584735E4481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46575D0-C856-594C-449C-337ADEC9CEA0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E8BE680-8DF9-5874-55B3-186448338128}"/>
              </a:ext>
            </a:extLst>
          </p:cNvPr>
          <p:cNvSpPr txBox="1"/>
          <p:nvPr/>
        </p:nvSpPr>
        <p:spPr>
          <a:xfrm>
            <a:off x="3868114" y="615929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78702-4E07-5476-9014-A05ADE7A2F22}"/>
              </a:ext>
            </a:extLst>
          </p:cNvPr>
          <p:cNvGrpSpPr/>
          <p:nvPr/>
        </p:nvGrpSpPr>
        <p:grpSpPr>
          <a:xfrm>
            <a:off x="69723" y="3568191"/>
            <a:ext cx="9004554" cy="3040144"/>
            <a:chOff x="2641473" y="0"/>
            <a:chExt cx="9004554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E30A3B7-E0A7-809E-9F8C-F5B677E3D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2E4339-FA29-E8DF-7E93-305EEC415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27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EAAD135-BBD3-5EA4-5794-00047AE83FE2}"/>
              </a:ext>
            </a:extLst>
          </p:cNvPr>
          <p:cNvGrpSpPr/>
          <p:nvPr/>
        </p:nvGrpSpPr>
        <p:grpSpPr>
          <a:xfrm>
            <a:off x="2784031" y="6146836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D85A1F-5405-67AC-3F55-020A7DD5FA43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AFBE6F5-D4E0-1FB5-5EEE-B95AD9865616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8EB9E8BD-EFD7-599A-7C58-6417C9EC9704}"/>
              </a:ext>
            </a:extLst>
          </p:cNvPr>
          <p:cNvGrpSpPr/>
          <p:nvPr/>
        </p:nvGrpSpPr>
        <p:grpSpPr>
          <a:xfrm>
            <a:off x="78438" y="3429000"/>
            <a:ext cx="9048627" cy="3185755"/>
            <a:chOff x="78439" y="3429000"/>
            <a:chExt cx="7722108" cy="3185755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F5896AB-7906-C281-499B-67FFFD46BB52}"/>
              </a:ext>
            </a:extLst>
          </p:cNvPr>
          <p:cNvGrpSpPr/>
          <p:nvPr/>
        </p:nvGrpSpPr>
        <p:grpSpPr>
          <a:xfrm>
            <a:off x="300084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F35081-C9FE-60D7-0731-E7325F324259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39D7A1E-72C3-7E38-6CE7-FEA7496D4A0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1A75682-6E85-E961-61BF-57D4C3B0A93B}"/>
              </a:ext>
            </a:extLst>
          </p:cNvPr>
          <p:cNvGrpSpPr/>
          <p:nvPr/>
        </p:nvGrpSpPr>
        <p:grpSpPr>
          <a:xfrm>
            <a:off x="127061" y="3558011"/>
            <a:ext cx="8863030" cy="3148857"/>
            <a:chOff x="-1221022" y="0"/>
            <a:chExt cx="772354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012C7D-3A62-A0AD-4ED8-01A6EC4C8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C907202-E2E5-1E5F-2D55-F2A37F52D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21022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667EECE-CA7A-30B0-1ED3-2611EC7A7EEE}"/>
              </a:ext>
            </a:extLst>
          </p:cNvPr>
          <p:cNvGrpSpPr/>
          <p:nvPr/>
        </p:nvGrpSpPr>
        <p:grpSpPr>
          <a:xfrm>
            <a:off x="3128100" y="6202134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FBE514-C21D-4EF5-DFE0-5CEB4F39094E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8950C1-6C12-5A71-9A0E-5E63962A8107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843D9B8-DD84-7088-927D-E068F84436CC}"/>
              </a:ext>
            </a:extLst>
          </p:cNvPr>
          <p:cNvGrpSpPr/>
          <p:nvPr/>
        </p:nvGrpSpPr>
        <p:grpSpPr>
          <a:xfrm>
            <a:off x="144855" y="3428999"/>
            <a:ext cx="8854856" cy="3112129"/>
            <a:chOff x="-3138242" y="0"/>
            <a:chExt cx="1028199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9AB328-2C2F-1F92-D54C-759F662CC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DE939D-DFEA-1E94-545A-15575FAEE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38242" y="0"/>
              <a:ext cx="51435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527FD45-CEFC-C562-4A2E-002191FBE971}"/>
              </a:ext>
            </a:extLst>
          </p:cNvPr>
          <p:cNvGrpSpPr/>
          <p:nvPr/>
        </p:nvGrpSpPr>
        <p:grpSpPr>
          <a:xfrm>
            <a:off x="316454" y="3429000"/>
            <a:ext cx="8511091" cy="2938807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823B5FD-5A46-A1D8-DC66-104D636F6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341F8BE-4BAD-D48D-5CAD-AE7B40234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118E94-BA70-FCAF-74C8-2BD3460C6D37}"/>
              </a:ext>
            </a:extLst>
          </p:cNvPr>
          <p:cNvGrpSpPr/>
          <p:nvPr/>
        </p:nvGrpSpPr>
        <p:grpSpPr>
          <a:xfrm>
            <a:off x="3217665" y="6004452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949102-C734-35C6-3FD8-36A245581236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6AA8D15-7AE6-DAE5-6ED8-7EB1526ADEA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6BF6C08-2836-5323-9BA7-1E0A5B4EB4C3}"/>
              </a:ext>
            </a:extLst>
          </p:cNvPr>
          <p:cNvGrpSpPr/>
          <p:nvPr/>
        </p:nvGrpSpPr>
        <p:grpSpPr>
          <a:xfrm>
            <a:off x="638372" y="3497344"/>
            <a:ext cx="7700706" cy="3110991"/>
            <a:chOff x="2641473" y="0"/>
            <a:chExt cx="7700706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F75A66D-9A22-0868-7A9C-2113E0B2A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0F3B8B0-494B-5B0C-557E-E47143EC6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1125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EBE755-1821-D9A5-6015-E7ED1784C979}"/>
              </a:ext>
            </a:extLst>
          </p:cNvPr>
          <p:cNvGrpSpPr/>
          <p:nvPr/>
        </p:nvGrpSpPr>
        <p:grpSpPr>
          <a:xfrm>
            <a:off x="2851322" y="6146836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9EFFD0-76B1-1EDA-A17B-F860D569006C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3A1216-9639-D4B7-5291-04702FEB8D04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B87D8264-5543-2EDB-4E42-4F78A1618D95}"/>
              </a:ext>
            </a:extLst>
          </p:cNvPr>
          <p:cNvGrpSpPr/>
          <p:nvPr/>
        </p:nvGrpSpPr>
        <p:grpSpPr>
          <a:xfrm>
            <a:off x="108642" y="3429000"/>
            <a:ext cx="8863342" cy="3192177"/>
            <a:chOff x="-1221022" y="0"/>
            <a:chExt cx="772354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C30E15-FC23-4479-1DC6-328143C55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7247B5-7460-D937-C9DF-B9A36BB93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21022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C7189E-1AA2-430F-C11F-30F3A440915B}"/>
              </a:ext>
            </a:extLst>
          </p:cNvPr>
          <p:cNvGrpSpPr/>
          <p:nvPr/>
        </p:nvGrpSpPr>
        <p:grpSpPr>
          <a:xfrm>
            <a:off x="348422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A70C75-A2E2-238E-283D-69D799D156FD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14F495-DF4E-1149-3E22-8BB3EEDB427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E79551F-2B03-C9AA-A206-E5A33A9BA615}"/>
              </a:ext>
            </a:extLst>
          </p:cNvPr>
          <p:cNvGrpSpPr/>
          <p:nvPr/>
        </p:nvGrpSpPr>
        <p:grpSpPr>
          <a:xfrm>
            <a:off x="443621" y="3428988"/>
            <a:ext cx="8130530" cy="3192189"/>
            <a:chOff x="-1235524" y="0"/>
            <a:chExt cx="773805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33A86A3-33F8-0500-3BA0-902FA77FF9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90993E7-DF38-1BC3-45E0-6779B99E6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35524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DB1CE68-CA34-3AE2-6F2F-89E6B57684F0}"/>
              </a:ext>
            </a:extLst>
          </p:cNvPr>
          <p:cNvGrpSpPr/>
          <p:nvPr/>
        </p:nvGrpSpPr>
        <p:grpSpPr>
          <a:xfrm>
            <a:off x="300084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D5C725-3C08-7089-7854-DFB2E6296A0B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C96C3D-F738-B38D-DA2A-62484EC0FEA0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F95FB98-4852-4408-5CEE-A6448B9336CF}"/>
              </a:ext>
            </a:extLst>
          </p:cNvPr>
          <p:cNvGrpSpPr/>
          <p:nvPr/>
        </p:nvGrpSpPr>
        <p:grpSpPr>
          <a:xfrm>
            <a:off x="726127" y="3512745"/>
            <a:ext cx="7659860" cy="2841120"/>
            <a:chOff x="-1157333" y="0"/>
            <a:chExt cx="765986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1D510A3-727C-DA4E-1832-2356EFB89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EED4AE0-6A52-E53A-FC6E-10876EF8F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157333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A25E1BA-F78B-AF43-6830-DF43F7CBECB8}"/>
              </a:ext>
            </a:extLst>
          </p:cNvPr>
          <p:cNvGrpSpPr/>
          <p:nvPr/>
        </p:nvGrpSpPr>
        <p:grpSpPr>
          <a:xfrm>
            <a:off x="2930117" y="5990510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1C68E-B23B-C657-C3F9-13F6FB3F3137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87031AC-875B-C291-EF8A-1D588814AE7C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24E925F-687E-156F-F5EE-DA06F54A3ABB}"/>
              </a:ext>
            </a:extLst>
          </p:cNvPr>
          <p:cNvGrpSpPr/>
          <p:nvPr/>
        </p:nvGrpSpPr>
        <p:grpSpPr>
          <a:xfrm>
            <a:off x="694282" y="3650587"/>
            <a:ext cx="7723549" cy="2928797"/>
            <a:chOff x="842630" y="3503691"/>
            <a:chExt cx="7723549" cy="2928797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8CF0F9B-84E9-C9D7-261B-A07BD686EC4E}"/>
              </a:ext>
            </a:extLst>
          </p:cNvPr>
          <p:cNvGrpSpPr/>
          <p:nvPr/>
        </p:nvGrpSpPr>
        <p:grpSpPr>
          <a:xfrm>
            <a:off x="2480634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84F98A-CCDF-B203-79C3-5BB9AF7AE65C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56CCF9-3E19-E97A-8F7F-31294C565A87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225785</TotalTime>
  <Words>4793</Words>
  <Application>Microsoft Office PowerPoint</Application>
  <PresentationFormat>On-screen Show (4:3)</PresentationFormat>
  <Paragraphs>683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HP ELITEDESK</cp:lastModifiedBy>
  <cp:revision>5574</cp:revision>
  <cp:lastPrinted>2026-05-05T07:25:02Z</cp:lastPrinted>
  <dcterms:modified xsi:type="dcterms:W3CDTF">2026-08-05T05:30:55Z</dcterms:modified>
</cp:coreProperties>
</file>