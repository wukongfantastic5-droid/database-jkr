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6159" r:id="rId1"/>
  </p:sldMasterIdLst>
  <p:notesMasterIdLst>
    <p:notesMasterId r:id="rId88"/>
  </p:notesMasterIdLst>
  <p:handoutMasterIdLst>
    <p:handoutMasterId r:id="rId89"/>
  </p:handoutMasterIdLst>
  <p:sldIdLst>
    <p:sldId id="256" r:id="rId2"/>
    <p:sldId id="277" r:id="rId3"/>
    <p:sldId id="354" r:id="rId4"/>
    <p:sldId id="257" r:id="rId5"/>
    <p:sldId id="274" r:id="rId6"/>
    <p:sldId id="278" r:id="rId7"/>
    <p:sldId id="279" r:id="rId8"/>
    <p:sldId id="280" r:id="rId9"/>
    <p:sldId id="272" r:id="rId10"/>
    <p:sldId id="263" r:id="rId11"/>
    <p:sldId id="281" r:id="rId12"/>
    <p:sldId id="286" r:id="rId13"/>
    <p:sldId id="287" r:id="rId14"/>
    <p:sldId id="288" r:id="rId15"/>
    <p:sldId id="273" r:id="rId16"/>
    <p:sldId id="289" r:id="rId17"/>
    <p:sldId id="290" r:id="rId18"/>
    <p:sldId id="282" r:id="rId19"/>
    <p:sldId id="283" r:id="rId20"/>
    <p:sldId id="291" r:id="rId21"/>
    <p:sldId id="264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59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55" r:id="rId58"/>
    <p:sldId id="356" r:id="rId59"/>
    <p:sldId id="265" r:id="rId60"/>
    <p:sldId id="328" r:id="rId61"/>
    <p:sldId id="329" r:id="rId62"/>
    <p:sldId id="330" r:id="rId63"/>
    <p:sldId id="331" r:id="rId64"/>
    <p:sldId id="332" r:id="rId65"/>
    <p:sldId id="333" r:id="rId66"/>
    <p:sldId id="358" r:id="rId67"/>
    <p:sldId id="357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6" r:id="rId80"/>
    <p:sldId id="347" r:id="rId81"/>
    <p:sldId id="348" r:id="rId82"/>
    <p:sldId id="349" r:id="rId83"/>
    <p:sldId id="350" r:id="rId84"/>
    <p:sldId id="351" r:id="rId85"/>
    <p:sldId id="352" r:id="rId86"/>
    <p:sldId id="353" r:id="rId87"/>
  </p:sldIdLst>
  <p:sldSz cx="9144000" cy="6858000" type="screen4x3"/>
  <p:notesSz cx="9926638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0DF"/>
    <a:srgbClr val="A7D6E3"/>
    <a:srgbClr val="3BCCFF"/>
    <a:srgbClr val="0000FF"/>
    <a:srgbClr val="81DEFF"/>
    <a:srgbClr val="90CCDC"/>
    <a:srgbClr val="64B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20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4266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  <p:sld r:id="rId72" collapse="1"/>
      <p:sld r:id="rId73" collapse="1"/>
      <p:sld r:id="rId74" collapse="1"/>
      <p:sld r:id="rId75" collapse="1"/>
      <p:sld r:id="rId76" collapse="1"/>
      <p:sld r:id="rId77" collapse="1"/>
      <p:sld r:id="rId78" collapse="1"/>
      <p:sld r:id="rId79" collapse="1"/>
      <p:sld r:id="rId80" collapse="1"/>
      <p:sld r:id="rId81" collapse="1"/>
      <p:sld r:id="rId82" collapse="1"/>
      <p:sld r:id="rId83" collapse="1"/>
      <p:sld r:id="rId84" collapse="1"/>
      <p:sld r:id="rId85" collapse="1"/>
      <p:sld r:id="rId86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26" Type="http://schemas.openxmlformats.org/officeDocument/2006/relationships/slide" Target="slides/slide26.xml"/><Relationship Id="rId21" Type="http://schemas.openxmlformats.org/officeDocument/2006/relationships/slide" Target="slides/slide21.xml"/><Relationship Id="rId42" Type="http://schemas.openxmlformats.org/officeDocument/2006/relationships/slide" Target="slides/slide42.xml"/><Relationship Id="rId47" Type="http://schemas.openxmlformats.org/officeDocument/2006/relationships/slide" Target="slides/slide47.xml"/><Relationship Id="rId63" Type="http://schemas.openxmlformats.org/officeDocument/2006/relationships/slide" Target="slides/slide63.xml"/><Relationship Id="rId68" Type="http://schemas.openxmlformats.org/officeDocument/2006/relationships/slide" Target="slides/slide68.xml"/><Relationship Id="rId84" Type="http://schemas.openxmlformats.org/officeDocument/2006/relationships/slide" Target="slides/slide84.xml"/><Relationship Id="rId16" Type="http://schemas.openxmlformats.org/officeDocument/2006/relationships/slide" Target="slides/slide16.xml"/><Relationship Id="rId11" Type="http://schemas.openxmlformats.org/officeDocument/2006/relationships/slide" Target="slides/slide11.xml"/><Relationship Id="rId32" Type="http://schemas.openxmlformats.org/officeDocument/2006/relationships/slide" Target="slides/slide32.xml"/><Relationship Id="rId37" Type="http://schemas.openxmlformats.org/officeDocument/2006/relationships/slide" Target="slides/slide37.xml"/><Relationship Id="rId53" Type="http://schemas.openxmlformats.org/officeDocument/2006/relationships/slide" Target="slides/slide53.xml"/><Relationship Id="rId58" Type="http://schemas.openxmlformats.org/officeDocument/2006/relationships/slide" Target="slides/slide58.xml"/><Relationship Id="rId74" Type="http://schemas.openxmlformats.org/officeDocument/2006/relationships/slide" Target="slides/slide74.xml"/><Relationship Id="rId79" Type="http://schemas.openxmlformats.org/officeDocument/2006/relationships/slide" Target="slides/slide79.xml"/><Relationship Id="rId5" Type="http://schemas.openxmlformats.org/officeDocument/2006/relationships/slide" Target="slides/slide5.xml"/><Relationship Id="rId19" Type="http://schemas.openxmlformats.org/officeDocument/2006/relationships/slide" Target="slides/slide19.xml"/><Relationship Id="rId14" Type="http://schemas.openxmlformats.org/officeDocument/2006/relationships/slide" Target="slides/slide14.xml"/><Relationship Id="rId22" Type="http://schemas.openxmlformats.org/officeDocument/2006/relationships/slide" Target="slides/slide22.xml"/><Relationship Id="rId27" Type="http://schemas.openxmlformats.org/officeDocument/2006/relationships/slide" Target="slides/slide27.xml"/><Relationship Id="rId30" Type="http://schemas.openxmlformats.org/officeDocument/2006/relationships/slide" Target="slides/slide30.xml"/><Relationship Id="rId35" Type="http://schemas.openxmlformats.org/officeDocument/2006/relationships/slide" Target="slides/slide35.xml"/><Relationship Id="rId43" Type="http://schemas.openxmlformats.org/officeDocument/2006/relationships/slide" Target="slides/slide43.xml"/><Relationship Id="rId48" Type="http://schemas.openxmlformats.org/officeDocument/2006/relationships/slide" Target="slides/slide48.xml"/><Relationship Id="rId56" Type="http://schemas.openxmlformats.org/officeDocument/2006/relationships/slide" Target="slides/slide56.xml"/><Relationship Id="rId64" Type="http://schemas.openxmlformats.org/officeDocument/2006/relationships/slide" Target="slides/slide64.xml"/><Relationship Id="rId69" Type="http://schemas.openxmlformats.org/officeDocument/2006/relationships/slide" Target="slides/slide69.xml"/><Relationship Id="rId77" Type="http://schemas.openxmlformats.org/officeDocument/2006/relationships/slide" Target="slides/slide77.xml"/><Relationship Id="rId8" Type="http://schemas.openxmlformats.org/officeDocument/2006/relationships/slide" Target="slides/slide8.xml"/><Relationship Id="rId51" Type="http://schemas.openxmlformats.org/officeDocument/2006/relationships/slide" Target="slides/slide51.xml"/><Relationship Id="rId72" Type="http://schemas.openxmlformats.org/officeDocument/2006/relationships/slide" Target="slides/slide72.xml"/><Relationship Id="rId80" Type="http://schemas.openxmlformats.org/officeDocument/2006/relationships/slide" Target="slides/slide80.xml"/><Relationship Id="rId85" Type="http://schemas.openxmlformats.org/officeDocument/2006/relationships/slide" Target="slides/slide85.xml"/><Relationship Id="rId3" Type="http://schemas.openxmlformats.org/officeDocument/2006/relationships/slide" Target="slides/slide3.xml"/><Relationship Id="rId12" Type="http://schemas.openxmlformats.org/officeDocument/2006/relationships/slide" Target="slides/slide12.xml"/><Relationship Id="rId17" Type="http://schemas.openxmlformats.org/officeDocument/2006/relationships/slide" Target="slides/slide17.xml"/><Relationship Id="rId25" Type="http://schemas.openxmlformats.org/officeDocument/2006/relationships/slide" Target="slides/slide25.xml"/><Relationship Id="rId33" Type="http://schemas.openxmlformats.org/officeDocument/2006/relationships/slide" Target="slides/slide33.xml"/><Relationship Id="rId38" Type="http://schemas.openxmlformats.org/officeDocument/2006/relationships/slide" Target="slides/slide38.xml"/><Relationship Id="rId46" Type="http://schemas.openxmlformats.org/officeDocument/2006/relationships/slide" Target="slides/slide46.xml"/><Relationship Id="rId59" Type="http://schemas.openxmlformats.org/officeDocument/2006/relationships/slide" Target="slides/slide59.xml"/><Relationship Id="rId67" Type="http://schemas.openxmlformats.org/officeDocument/2006/relationships/slide" Target="slides/slide67.xml"/><Relationship Id="rId20" Type="http://schemas.openxmlformats.org/officeDocument/2006/relationships/slide" Target="slides/slide20.xml"/><Relationship Id="rId41" Type="http://schemas.openxmlformats.org/officeDocument/2006/relationships/slide" Target="slides/slide41.xml"/><Relationship Id="rId54" Type="http://schemas.openxmlformats.org/officeDocument/2006/relationships/slide" Target="slides/slide54.xml"/><Relationship Id="rId62" Type="http://schemas.openxmlformats.org/officeDocument/2006/relationships/slide" Target="slides/slide62.xml"/><Relationship Id="rId70" Type="http://schemas.openxmlformats.org/officeDocument/2006/relationships/slide" Target="slides/slide70.xml"/><Relationship Id="rId75" Type="http://schemas.openxmlformats.org/officeDocument/2006/relationships/slide" Target="slides/slide75.xml"/><Relationship Id="rId83" Type="http://schemas.openxmlformats.org/officeDocument/2006/relationships/slide" Target="slides/slide83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5" Type="http://schemas.openxmlformats.org/officeDocument/2006/relationships/slide" Target="slides/slide15.xml"/><Relationship Id="rId23" Type="http://schemas.openxmlformats.org/officeDocument/2006/relationships/slide" Target="slides/slide23.xml"/><Relationship Id="rId28" Type="http://schemas.openxmlformats.org/officeDocument/2006/relationships/slide" Target="slides/slide28.xml"/><Relationship Id="rId36" Type="http://schemas.openxmlformats.org/officeDocument/2006/relationships/slide" Target="slides/slide36.xml"/><Relationship Id="rId49" Type="http://schemas.openxmlformats.org/officeDocument/2006/relationships/slide" Target="slides/slide49.xml"/><Relationship Id="rId57" Type="http://schemas.openxmlformats.org/officeDocument/2006/relationships/slide" Target="slides/slide57.xml"/><Relationship Id="rId10" Type="http://schemas.openxmlformats.org/officeDocument/2006/relationships/slide" Target="slides/slide10.xml"/><Relationship Id="rId31" Type="http://schemas.openxmlformats.org/officeDocument/2006/relationships/slide" Target="slides/slide31.xml"/><Relationship Id="rId44" Type="http://schemas.openxmlformats.org/officeDocument/2006/relationships/slide" Target="slides/slide44.xml"/><Relationship Id="rId52" Type="http://schemas.openxmlformats.org/officeDocument/2006/relationships/slide" Target="slides/slide52.xml"/><Relationship Id="rId60" Type="http://schemas.openxmlformats.org/officeDocument/2006/relationships/slide" Target="slides/slide60.xml"/><Relationship Id="rId65" Type="http://schemas.openxmlformats.org/officeDocument/2006/relationships/slide" Target="slides/slide65.xml"/><Relationship Id="rId73" Type="http://schemas.openxmlformats.org/officeDocument/2006/relationships/slide" Target="slides/slide73.xml"/><Relationship Id="rId78" Type="http://schemas.openxmlformats.org/officeDocument/2006/relationships/slide" Target="slides/slide78.xml"/><Relationship Id="rId81" Type="http://schemas.openxmlformats.org/officeDocument/2006/relationships/slide" Target="slides/slide81.xml"/><Relationship Id="rId86" Type="http://schemas.openxmlformats.org/officeDocument/2006/relationships/slide" Target="slides/slide86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3" Type="http://schemas.openxmlformats.org/officeDocument/2006/relationships/slide" Target="slides/slide13.xml"/><Relationship Id="rId18" Type="http://schemas.openxmlformats.org/officeDocument/2006/relationships/slide" Target="slides/slide18.xml"/><Relationship Id="rId39" Type="http://schemas.openxmlformats.org/officeDocument/2006/relationships/slide" Target="slides/slide39.xml"/><Relationship Id="rId34" Type="http://schemas.openxmlformats.org/officeDocument/2006/relationships/slide" Target="slides/slide34.xml"/><Relationship Id="rId50" Type="http://schemas.openxmlformats.org/officeDocument/2006/relationships/slide" Target="slides/slide50.xml"/><Relationship Id="rId55" Type="http://schemas.openxmlformats.org/officeDocument/2006/relationships/slide" Target="slides/slide55.xml"/><Relationship Id="rId76" Type="http://schemas.openxmlformats.org/officeDocument/2006/relationships/slide" Target="slides/slide76.xml"/><Relationship Id="rId7" Type="http://schemas.openxmlformats.org/officeDocument/2006/relationships/slide" Target="slides/slide7.xml"/><Relationship Id="rId71" Type="http://schemas.openxmlformats.org/officeDocument/2006/relationships/slide" Target="slides/slide71.xml"/><Relationship Id="rId2" Type="http://schemas.openxmlformats.org/officeDocument/2006/relationships/slide" Target="slides/slide2.xml"/><Relationship Id="rId29" Type="http://schemas.openxmlformats.org/officeDocument/2006/relationships/slide" Target="slides/slide29.xml"/><Relationship Id="rId24" Type="http://schemas.openxmlformats.org/officeDocument/2006/relationships/slide" Target="slides/slide24.xml"/><Relationship Id="rId40" Type="http://schemas.openxmlformats.org/officeDocument/2006/relationships/slide" Target="slides/slide40.xml"/><Relationship Id="rId45" Type="http://schemas.openxmlformats.org/officeDocument/2006/relationships/slide" Target="slides/slide45.xml"/><Relationship Id="rId66" Type="http://schemas.openxmlformats.org/officeDocument/2006/relationships/slide" Target="slides/slide66.xml"/><Relationship Id="rId61" Type="http://schemas.openxmlformats.org/officeDocument/2006/relationships/slide" Target="slides/slide61.xml"/><Relationship Id="rId82" Type="http://schemas.openxmlformats.org/officeDocument/2006/relationships/slide" Target="slides/slide8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al Che hassan" userId="4fd0af43aa7c823e" providerId="LiveId" clId="{04C48F45-3ADF-4C5D-8F72-6E9AFFDA5551}"/>
    <pc:docChg chg="undo custSel modSld">
      <pc:chgData name="Zainal Che hassan" userId="4fd0af43aa7c823e" providerId="LiveId" clId="{04C48F45-3ADF-4C5D-8F72-6E9AFFDA5551}" dt="2026-08-19T22:43:21.872" v="144" actId="478"/>
      <pc:docMkLst>
        <pc:docMk/>
      </pc:docMkLst>
      <pc:sldChg chg="delSp mod">
        <pc:chgData name="Zainal Che hassan" userId="4fd0af43aa7c823e" providerId="LiveId" clId="{04C48F45-3ADF-4C5D-8F72-6E9AFFDA5551}" dt="2026-08-19T22:36:55.191" v="6" actId="478"/>
        <pc:sldMkLst>
          <pc:docMk/>
          <pc:sldMk cId="3633359422" sldId="257"/>
        </pc:sldMkLst>
        <pc:spChg chg="del">
          <ac:chgData name="Zainal Che hassan" userId="4fd0af43aa7c823e" providerId="LiveId" clId="{04C48F45-3ADF-4C5D-8F72-6E9AFFDA5551}" dt="2026-08-19T22:36:55.191" v="6" actId="478"/>
          <ac:spMkLst>
            <pc:docMk/>
            <pc:sldMk cId="3633359422" sldId="257"/>
            <ac:spMk id="10" creationId="{3BB61426-1D67-BC00-1F08-DA1944D1DAA1}"/>
          </ac:spMkLst>
        </pc:spChg>
        <pc:spChg chg="del">
          <ac:chgData name="Zainal Che hassan" userId="4fd0af43aa7c823e" providerId="LiveId" clId="{04C48F45-3ADF-4C5D-8F72-6E9AFFDA5551}" dt="2026-08-19T22:36:55.191" v="6" actId="478"/>
          <ac:spMkLst>
            <pc:docMk/>
            <pc:sldMk cId="3633359422" sldId="257"/>
            <ac:spMk id="13" creationId="{25E955B7-C1F3-A104-3ED2-48A4ACC8C91C}"/>
          </ac:spMkLst>
        </pc:spChg>
        <pc:spChg chg="del">
          <ac:chgData name="Zainal Che hassan" userId="4fd0af43aa7c823e" providerId="LiveId" clId="{04C48F45-3ADF-4C5D-8F72-6E9AFFDA5551}" dt="2026-08-19T22:36:55.191" v="6" actId="478"/>
          <ac:spMkLst>
            <pc:docMk/>
            <pc:sldMk cId="3633359422" sldId="257"/>
            <ac:spMk id="20" creationId="{AC9709EA-C6FD-4F05-894A-E12FF4CDA17A}"/>
          </ac:spMkLst>
        </pc:spChg>
        <pc:grpChg chg="del">
          <ac:chgData name="Zainal Che hassan" userId="4fd0af43aa7c823e" providerId="LiveId" clId="{04C48F45-3ADF-4C5D-8F72-6E9AFFDA5551}" dt="2026-08-19T22:36:55.191" v="6" actId="478"/>
          <ac:grpSpMkLst>
            <pc:docMk/>
            <pc:sldMk cId="3633359422" sldId="257"/>
            <ac:grpSpMk id="7" creationId="{7768F714-D315-6114-B388-EFD4215B1EE4}"/>
          </ac:grpSpMkLst>
        </pc:grpChg>
      </pc:sldChg>
      <pc:sldChg chg="delSp mod">
        <pc:chgData name="Zainal Che hassan" userId="4fd0af43aa7c823e" providerId="LiveId" clId="{04C48F45-3ADF-4C5D-8F72-6E9AFFDA5551}" dt="2026-08-19T22:37:34.170" v="12" actId="478"/>
        <pc:sldMkLst>
          <pc:docMk/>
          <pc:sldMk cId="1768522011" sldId="263"/>
        </pc:sldMkLst>
        <pc:spChg chg="del">
          <ac:chgData name="Zainal Che hassan" userId="4fd0af43aa7c823e" providerId="LiveId" clId="{04C48F45-3ADF-4C5D-8F72-6E9AFFDA5551}" dt="2026-08-19T22:37:34.170" v="12" actId="478"/>
          <ac:spMkLst>
            <pc:docMk/>
            <pc:sldMk cId="1768522011" sldId="263"/>
            <ac:spMk id="7" creationId="{7BE6BE05-E936-6B3F-D9F5-0A645A749893}"/>
          </ac:spMkLst>
        </pc:spChg>
        <pc:spChg chg="del">
          <ac:chgData name="Zainal Che hassan" userId="4fd0af43aa7c823e" providerId="LiveId" clId="{04C48F45-3ADF-4C5D-8F72-6E9AFFDA5551}" dt="2026-08-19T22:37:34.170" v="12" actId="478"/>
          <ac:spMkLst>
            <pc:docMk/>
            <pc:sldMk cId="1768522011" sldId="263"/>
            <ac:spMk id="10" creationId="{722AB8BD-DDC5-8576-4735-BFEF1B863D6D}"/>
          </ac:spMkLst>
        </pc:spChg>
        <pc:spChg chg="del">
          <ac:chgData name="Zainal Che hassan" userId="4fd0af43aa7c823e" providerId="LiveId" clId="{04C48F45-3ADF-4C5D-8F72-6E9AFFDA5551}" dt="2026-08-19T22:37:34.170" v="12" actId="478"/>
          <ac:spMkLst>
            <pc:docMk/>
            <pc:sldMk cId="1768522011" sldId="263"/>
            <ac:spMk id="14" creationId="{81D532A6-6CDE-3BFE-0687-8667FC35445C}"/>
          </ac:spMkLst>
        </pc:spChg>
        <pc:grpChg chg="del">
          <ac:chgData name="Zainal Che hassan" userId="4fd0af43aa7c823e" providerId="LiveId" clId="{04C48F45-3ADF-4C5D-8F72-6E9AFFDA5551}" dt="2026-08-19T22:37:34.170" v="12" actId="478"/>
          <ac:grpSpMkLst>
            <pc:docMk/>
            <pc:sldMk cId="1768522011" sldId="263"/>
            <ac:grpSpMk id="24" creationId="{CCA67414-4385-49EE-8CC9-8B672B814FBC}"/>
          </ac:grpSpMkLst>
        </pc:grpChg>
      </pc:sldChg>
      <pc:sldChg chg="delSp mod">
        <pc:chgData name="Zainal Che hassan" userId="4fd0af43aa7c823e" providerId="LiveId" clId="{04C48F45-3ADF-4C5D-8F72-6E9AFFDA5551}" dt="2026-08-19T22:38:37.671" v="23" actId="478"/>
        <pc:sldMkLst>
          <pc:docMk/>
          <pc:sldMk cId="2328650861" sldId="264"/>
        </pc:sldMkLst>
        <pc:spChg chg="del">
          <ac:chgData name="Zainal Che hassan" userId="4fd0af43aa7c823e" providerId="LiveId" clId="{04C48F45-3ADF-4C5D-8F72-6E9AFFDA5551}" dt="2026-08-19T22:38:37.671" v="23" actId="478"/>
          <ac:spMkLst>
            <pc:docMk/>
            <pc:sldMk cId="2328650861" sldId="264"/>
            <ac:spMk id="7" creationId="{A2D2FCDE-8F59-55A9-24E4-6010EDAC7081}"/>
          </ac:spMkLst>
        </pc:spChg>
        <pc:spChg chg="del">
          <ac:chgData name="Zainal Che hassan" userId="4fd0af43aa7c823e" providerId="LiveId" clId="{04C48F45-3ADF-4C5D-8F72-6E9AFFDA5551}" dt="2026-08-19T22:38:37.671" v="23" actId="478"/>
          <ac:spMkLst>
            <pc:docMk/>
            <pc:sldMk cId="2328650861" sldId="264"/>
            <ac:spMk id="10" creationId="{4307810F-EAA3-196D-7A13-4F8D218760CF}"/>
          </ac:spMkLst>
        </pc:spChg>
        <pc:grpChg chg="del">
          <ac:chgData name="Zainal Che hassan" userId="4fd0af43aa7c823e" providerId="LiveId" clId="{04C48F45-3ADF-4C5D-8F72-6E9AFFDA5551}" dt="2026-08-19T22:38:37.671" v="23" actId="478"/>
          <ac:grpSpMkLst>
            <pc:docMk/>
            <pc:sldMk cId="2328650861" sldId="264"/>
            <ac:grpSpMk id="31" creationId="{8B793BB0-D90D-41F7-9925-67CBA2E5EC29}"/>
          </ac:grpSpMkLst>
        </pc:grpChg>
      </pc:sldChg>
      <pc:sldChg chg="delSp mod">
        <pc:chgData name="Zainal Che hassan" userId="4fd0af43aa7c823e" providerId="LiveId" clId="{04C48F45-3ADF-4C5D-8F72-6E9AFFDA5551}" dt="2026-08-19T22:41:14.953" v="89" actId="478"/>
        <pc:sldMkLst>
          <pc:docMk/>
          <pc:sldMk cId="3216435334" sldId="265"/>
        </pc:sldMkLst>
        <pc:spChg chg="del">
          <ac:chgData name="Zainal Che hassan" userId="4fd0af43aa7c823e" providerId="LiveId" clId="{04C48F45-3ADF-4C5D-8F72-6E9AFFDA5551}" dt="2026-08-19T22:41:14.953" v="89" actId="478"/>
          <ac:spMkLst>
            <pc:docMk/>
            <pc:sldMk cId="3216435334" sldId="265"/>
            <ac:spMk id="14" creationId="{EC41661F-A0BE-89E9-387D-5F7BE199E99D}"/>
          </ac:spMkLst>
        </pc:spChg>
        <pc:grpChg chg="del">
          <ac:chgData name="Zainal Che hassan" userId="4fd0af43aa7c823e" providerId="LiveId" clId="{04C48F45-3ADF-4C5D-8F72-6E9AFFDA5551}" dt="2026-08-19T22:41:14.953" v="89" actId="478"/>
          <ac:grpSpMkLst>
            <pc:docMk/>
            <pc:sldMk cId="3216435334" sldId="265"/>
            <ac:grpSpMk id="3" creationId="{FDBF0B08-AB02-F06E-F0B0-EAAB67BBB281}"/>
          </ac:grpSpMkLst>
        </pc:grpChg>
        <pc:grpChg chg="del">
          <ac:chgData name="Zainal Che hassan" userId="4fd0af43aa7c823e" providerId="LiveId" clId="{04C48F45-3ADF-4C5D-8F72-6E9AFFDA5551}" dt="2026-08-19T22:41:14.953" v="89" actId="478"/>
          <ac:grpSpMkLst>
            <pc:docMk/>
            <pc:sldMk cId="3216435334" sldId="265"/>
            <ac:grpSpMk id="23" creationId="{13AA9BA8-0396-AE46-1C85-30686983F3AC}"/>
          </ac:grpSpMkLst>
        </pc:grpChg>
      </pc:sldChg>
      <pc:sldChg chg="delSp mod">
        <pc:chgData name="Zainal Che hassan" userId="4fd0af43aa7c823e" providerId="LiveId" clId="{04C48F45-3ADF-4C5D-8F72-6E9AFFDA5551}" dt="2026-08-19T22:37:28.400" v="11" actId="478"/>
        <pc:sldMkLst>
          <pc:docMk/>
          <pc:sldMk cId="286637129" sldId="272"/>
        </pc:sldMkLst>
        <pc:spChg chg="del">
          <ac:chgData name="Zainal Che hassan" userId="4fd0af43aa7c823e" providerId="LiveId" clId="{04C48F45-3ADF-4C5D-8F72-6E9AFFDA5551}" dt="2026-08-19T22:37:28.400" v="11" actId="478"/>
          <ac:spMkLst>
            <pc:docMk/>
            <pc:sldMk cId="286637129" sldId="272"/>
            <ac:spMk id="8" creationId="{97547A16-8967-B882-0D35-1C9CAE640C60}"/>
          </ac:spMkLst>
        </pc:spChg>
        <pc:spChg chg="del">
          <ac:chgData name="Zainal Che hassan" userId="4fd0af43aa7c823e" providerId="LiveId" clId="{04C48F45-3ADF-4C5D-8F72-6E9AFFDA5551}" dt="2026-08-19T22:37:28.400" v="11" actId="478"/>
          <ac:spMkLst>
            <pc:docMk/>
            <pc:sldMk cId="286637129" sldId="272"/>
            <ac:spMk id="13" creationId="{2A1CF2C2-51D7-14CB-448C-29D08EBD79B2}"/>
          </ac:spMkLst>
        </pc:spChg>
        <pc:spChg chg="del">
          <ac:chgData name="Zainal Che hassan" userId="4fd0af43aa7c823e" providerId="LiveId" clId="{04C48F45-3ADF-4C5D-8F72-6E9AFFDA5551}" dt="2026-08-19T22:37:28.400" v="11" actId="478"/>
          <ac:spMkLst>
            <pc:docMk/>
            <pc:sldMk cId="286637129" sldId="272"/>
            <ac:spMk id="16" creationId="{9D9F1AA9-6087-FC74-FFB0-113962760F48}"/>
          </ac:spMkLst>
        </pc:spChg>
        <pc:spChg chg="del">
          <ac:chgData name="Zainal Che hassan" userId="4fd0af43aa7c823e" providerId="LiveId" clId="{04C48F45-3ADF-4C5D-8F72-6E9AFFDA5551}" dt="2026-08-19T22:37:28.400" v="11" actId="478"/>
          <ac:spMkLst>
            <pc:docMk/>
            <pc:sldMk cId="286637129" sldId="272"/>
            <ac:spMk id="19" creationId="{FFDEE648-C92F-CEDE-E3A3-69269D70FEEF}"/>
          </ac:spMkLst>
        </pc:spChg>
        <pc:picChg chg="del">
          <ac:chgData name="Zainal Che hassan" userId="4fd0af43aa7c823e" providerId="LiveId" clId="{04C48F45-3ADF-4C5D-8F72-6E9AFFDA5551}" dt="2026-08-19T22:37:28.400" v="11" actId="478"/>
          <ac:picMkLst>
            <pc:docMk/>
            <pc:sldMk cId="286637129" sldId="272"/>
            <ac:picMk id="7" creationId="{B3338703-6164-4EC7-9224-5568C5076792}"/>
          </ac:picMkLst>
        </pc:picChg>
        <pc:picChg chg="del">
          <ac:chgData name="Zainal Che hassan" userId="4fd0af43aa7c823e" providerId="LiveId" clId="{04C48F45-3ADF-4C5D-8F72-6E9AFFDA5551}" dt="2026-08-19T22:37:28.400" v="11" actId="478"/>
          <ac:picMkLst>
            <pc:docMk/>
            <pc:sldMk cId="286637129" sldId="272"/>
            <ac:picMk id="12" creationId="{B3EED9EC-B6F4-408B-8AD8-9DB6566A8038}"/>
          </ac:picMkLst>
        </pc:picChg>
        <pc:picChg chg="del">
          <ac:chgData name="Zainal Che hassan" userId="4fd0af43aa7c823e" providerId="LiveId" clId="{04C48F45-3ADF-4C5D-8F72-6E9AFFDA5551}" dt="2026-08-19T22:37:28.400" v="11" actId="478"/>
          <ac:picMkLst>
            <pc:docMk/>
            <pc:sldMk cId="286637129" sldId="272"/>
            <ac:picMk id="17" creationId="{C06EA824-C082-4C69-953F-6028A2A2121A}"/>
          </ac:picMkLst>
        </pc:picChg>
        <pc:picChg chg="del">
          <ac:chgData name="Zainal Che hassan" userId="4fd0af43aa7c823e" providerId="LiveId" clId="{04C48F45-3ADF-4C5D-8F72-6E9AFFDA5551}" dt="2026-08-19T22:37:28.400" v="11" actId="478"/>
          <ac:picMkLst>
            <pc:docMk/>
            <pc:sldMk cId="286637129" sldId="272"/>
            <ac:picMk id="20" creationId="{7FE538DC-DEB8-46F7-BE65-B601DF5B563E}"/>
          </ac:picMkLst>
        </pc:picChg>
      </pc:sldChg>
      <pc:sldChg chg="delSp mod">
        <pc:chgData name="Zainal Che hassan" userId="4fd0af43aa7c823e" providerId="LiveId" clId="{04C48F45-3ADF-4C5D-8F72-6E9AFFDA5551}" dt="2026-08-19T22:38:09.027" v="17" actId="478"/>
        <pc:sldMkLst>
          <pc:docMk/>
          <pc:sldMk cId="120554103" sldId="273"/>
        </pc:sldMkLst>
        <pc:spChg chg="del">
          <ac:chgData name="Zainal Che hassan" userId="4fd0af43aa7c823e" providerId="LiveId" clId="{04C48F45-3ADF-4C5D-8F72-6E9AFFDA5551}" dt="2026-08-19T22:38:09.027" v="17" actId="478"/>
          <ac:spMkLst>
            <pc:docMk/>
            <pc:sldMk cId="120554103" sldId="273"/>
            <ac:spMk id="20" creationId="{89EB4371-FE5A-C85D-70A1-F8A0B73D9571}"/>
          </ac:spMkLst>
        </pc:spChg>
        <pc:spChg chg="del">
          <ac:chgData name="Zainal Che hassan" userId="4fd0af43aa7c823e" providerId="LiveId" clId="{04C48F45-3ADF-4C5D-8F72-6E9AFFDA5551}" dt="2026-08-19T22:38:09.027" v="17" actId="478"/>
          <ac:spMkLst>
            <pc:docMk/>
            <pc:sldMk cId="120554103" sldId="273"/>
            <ac:spMk id="22" creationId="{7A43F0CA-421D-2EF2-F545-8F521DED59FA}"/>
          </ac:spMkLst>
        </pc:spChg>
        <pc:grpChg chg="del">
          <ac:chgData name="Zainal Che hassan" userId="4fd0af43aa7c823e" providerId="LiveId" clId="{04C48F45-3ADF-4C5D-8F72-6E9AFFDA5551}" dt="2026-08-19T22:38:09.027" v="17" actId="478"/>
          <ac:grpSpMkLst>
            <pc:docMk/>
            <pc:sldMk cId="120554103" sldId="273"/>
            <ac:grpSpMk id="19" creationId="{BB57CF24-9B4F-42B2-B08E-29FB86DB279E}"/>
          </ac:grpSpMkLst>
        </pc:grpChg>
      </pc:sldChg>
      <pc:sldChg chg="delSp mod">
        <pc:chgData name="Zainal Che hassan" userId="4fd0af43aa7c823e" providerId="LiveId" clId="{04C48F45-3ADF-4C5D-8F72-6E9AFFDA5551}" dt="2026-08-19T22:37:01.754" v="7" actId="478"/>
        <pc:sldMkLst>
          <pc:docMk/>
          <pc:sldMk cId="1498805096" sldId="274"/>
        </pc:sldMkLst>
        <pc:spChg chg="del">
          <ac:chgData name="Zainal Che hassan" userId="4fd0af43aa7c823e" providerId="LiveId" clId="{04C48F45-3ADF-4C5D-8F72-6E9AFFDA5551}" dt="2026-08-19T22:37:01.754" v="7" actId="478"/>
          <ac:spMkLst>
            <pc:docMk/>
            <pc:sldMk cId="1498805096" sldId="274"/>
            <ac:spMk id="8" creationId="{EEAF8919-8906-06BA-D6D3-F4C2F7E6A6E9}"/>
          </ac:spMkLst>
        </pc:spChg>
        <pc:spChg chg="del">
          <ac:chgData name="Zainal Che hassan" userId="4fd0af43aa7c823e" providerId="LiveId" clId="{04C48F45-3ADF-4C5D-8F72-6E9AFFDA5551}" dt="2026-08-19T22:37:01.754" v="7" actId="478"/>
          <ac:spMkLst>
            <pc:docMk/>
            <pc:sldMk cId="1498805096" sldId="274"/>
            <ac:spMk id="12" creationId="{588C6947-0A3D-3282-9DD9-A988253019E4}"/>
          </ac:spMkLst>
        </pc:spChg>
        <pc:spChg chg="del">
          <ac:chgData name="Zainal Che hassan" userId="4fd0af43aa7c823e" providerId="LiveId" clId="{04C48F45-3ADF-4C5D-8F72-6E9AFFDA5551}" dt="2026-08-19T22:37:01.754" v="7" actId="478"/>
          <ac:spMkLst>
            <pc:docMk/>
            <pc:sldMk cId="1498805096" sldId="274"/>
            <ac:spMk id="16" creationId="{5163CEE1-8D48-E01A-B197-70EBA5F1BDC3}"/>
          </ac:spMkLst>
        </pc:spChg>
        <pc:grpChg chg="del">
          <ac:chgData name="Zainal Che hassan" userId="4fd0af43aa7c823e" providerId="LiveId" clId="{04C48F45-3ADF-4C5D-8F72-6E9AFFDA5551}" dt="2026-08-19T22:37:01.754" v="7" actId="478"/>
          <ac:grpSpMkLst>
            <pc:docMk/>
            <pc:sldMk cId="1498805096" sldId="274"/>
            <ac:grpSpMk id="3" creationId="{2455C9FD-0D72-4A1D-51FA-CC94BE5193F4}"/>
          </ac:grpSpMkLst>
        </pc:grpChg>
      </pc:sldChg>
      <pc:sldChg chg="delSp mod">
        <pc:chgData name="Zainal Che hassan" userId="4fd0af43aa7c823e" providerId="LiveId" clId="{04C48F45-3ADF-4C5D-8F72-6E9AFFDA5551}" dt="2026-08-19T22:37:09.847" v="8" actId="478"/>
        <pc:sldMkLst>
          <pc:docMk/>
          <pc:sldMk cId="990102709" sldId="278"/>
        </pc:sldMkLst>
        <pc:spChg chg="del">
          <ac:chgData name="Zainal Che hassan" userId="4fd0af43aa7c823e" providerId="LiveId" clId="{04C48F45-3ADF-4C5D-8F72-6E9AFFDA5551}" dt="2026-08-19T22:37:09.847" v="8" actId="478"/>
          <ac:spMkLst>
            <pc:docMk/>
            <pc:sldMk cId="990102709" sldId="278"/>
            <ac:spMk id="12" creationId="{C43464D7-79A8-6182-5480-F1FBEDE5DC61}"/>
          </ac:spMkLst>
        </pc:spChg>
        <pc:spChg chg="del">
          <ac:chgData name="Zainal Che hassan" userId="4fd0af43aa7c823e" providerId="LiveId" clId="{04C48F45-3ADF-4C5D-8F72-6E9AFFDA5551}" dt="2026-08-19T22:37:09.847" v="8" actId="478"/>
          <ac:spMkLst>
            <pc:docMk/>
            <pc:sldMk cId="990102709" sldId="278"/>
            <ac:spMk id="16" creationId="{114DD574-5221-9678-28A8-7F6D328B16EA}"/>
          </ac:spMkLst>
        </pc:spChg>
        <pc:spChg chg="del">
          <ac:chgData name="Zainal Che hassan" userId="4fd0af43aa7c823e" providerId="LiveId" clId="{04C48F45-3ADF-4C5D-8F72-6E9AFFDA5551}" dt="2026-08-19T22:37:09.847" v="8" actId="478"/>
          <ac:spMkLst>
            <pc:docMk/>
            <pc:sldMk cId="990102709" sldId="278"/>
            <ac:spMk id="20" creationId="{FC15D7FB-B09C-69FF-ADF1-5D1A1989A4E2}"/>
          </ac:spMkLst>
        </pc:spChg>
        <pc:grpChg chg="del">
          <ac:chgData name="Zainal Che hassan" userId="4fd0af43aa7c823e" providerId="LiveId" clId="{04C48F45-3ADF-4C5D-8F72-6E9AFFDA5551}" dt="2026-08-19T22:37:09.847" v="8" actId="478"/>
          <ac:grpSpMkLst>
            <pc:docMk/>
            <pc:sldMk cId="990102709" sldId="278"/>
            <ac:grpSpMk id="7" creationId="{CC59FA60-859F-AAB7-3D72-BE517E164B3F}"/>
          </ac:grpSpMkLst>
        </pc:grpChg>
      </pc:sldChg>
      <pc:sldChg chg="delSp mod">
        <pc:chgData name="Zainal Che hassan" userId="4fd0af43aa7c823e" providerId="LiveId" clId="{04C48F45-3ADF-4C5D-8F72-6E9AFFDA5551}" dt="2026-08-19T22:37:16.062" v="9" actId="478"/>
        <pc:sldMkLst>
          <pc:docMk/>
          <pc:sldMk cId="3543370562" sldId="279"/>
        </pc:sldMkLst>
        <pc:spChg chg="del">
          <ac:chgData name="Zainal Che hassan" userId="4fd0af43aa7c823e" providerId="LiveId" clId="{04C48F45-3ADF-4C5D-8F72-6E9AFFDA5551}" dt="2026-08-19T22:37:16.062" v="9" actId="478"/>
          <ac:spMkLst>
            <pc:docMk/>
            <pc:sldMk cId="3543370562" sldId="279"/>
            <ac:spMk id="12" creationId="{83722437-1A64-D1A1-E368-CBD6F1D92B3E}"/>
          </ac:spMkLst>
        </pc:spChg>
        <pc:spChg chg="del">
          <ac:chgData name="Zainal Che hassan" userId="4fd0af43aa7c823e" providerId="LiveId" clId="{04C48F45-3ADF-4C5D-8F72-6E9AFFDA5551}" dt="2026-08-19T22:37:16.062" v="9" actId="478"/>
          <ac:spMkLst>
            <pc:docMk/>
            <pc:sldMk cId="3543370562" sldId="279"/>
            <ac:spMk id="16" creationId="{33D782DC-5011-03A7-BB7C-407FC52BD4DF}"/>
          </ac:spMkLst>
        </pc:spChg>
        <pc:grpChg chg="del">
          <ac:chgData name="Zainal Che hassan" userId="4fd0af43aa7c823e" providerId="LiveId" clId="{04C48F45-3ADF-4C5D-8F72-6E9AFFDA5551}" dt="2026-08-19T22:37:16.062" v="9" actId="478"/>
          <ac:grpSpMkLst>
            <pc:docMk/>
            <pc:sldMk cId="3543370562" sldId="279"/>
            <ac:grpSpMk id="10" creationId="{2FCB65D8-F4DC-3DA5-200F-08A588161350}"/>
          </ac:grpSpMkLst>
        </pc:grpChg>
      </pc:sldChg>
      <pc:sldChg chg="delSp mod">
        <pc:chgData name="Zainal Che hassan" userId="4fd0af43aa7c823e" providerId="LiveId" clId="{04C48F45-3ADF-4C5D-8F72-6E9AFFDA5551}" dt="2026-08-19T22:37:21.154" v="10" actId="478"/>
        <pc:sldMkLst>
          <pc:docMk/>
          <pc:sldMk cId="1085975896" sldId="280"/>
        </pc:sldMkLst>
        <pc:spChg chg="del">
          <ac:chgData name="Zainal Che hassan" userId="4fd0af43aa7c823e" providerId="LiveId" clId="{04C48F45-3ADF-4C5D-8F72-6E9AFFDA5551}" dt="2026-08-19T22:37:21.154" v="10" actId="478"/>
          <ac:spMkLst>
            <pc:docMk/>
            <pc:sldMk cId="1085975896" sldId="280"/>
            <ac:spMk id="8" creationId="{83C2C422-816C-FC2E-0653-5B3088C14C8B}"/>
          </ac:spMkLst>
        </pc:spChg>
        <pc:spChg chg="del">
          <ac:chgData name="Zainal Che hassan" userId="4fd0af43aa7c823e" providerId="LiveId" clId="{04C48F45-3ADF-4C5D-8F72-6E9AFFDA5551}" dt="2026-08-19T22:37:21.154" v="10" actId="478"/>
          <ac:spMkLst>
            <pc:docMk/>
            <pc:sldMk cId="1085975896" sldId="280"/>
            <ac:spMk id="13" creationId="{234A3003-6CC5-F715-A0AB-9DC8CD1D7DA0}"/>
          </ac:spMkLst>
        </pc:spChg>
        <pc:picChg chg="del">
          <ac:chgData name="Zainal Che hassan" userId="4fd0af43aa7c823e" providerId="LiveId" clId="{04C48F45-3ADF-4C5D-8F72-6E9AFFDA5551}" dt="2026-08-19T22:37:21.154" v="10" actId="478"/>
          <ac:picMkLst>
            <pc:docMk/>
            <pc:sldMk cId="1085975896" sldId="280"/>
            <ac:picMk id="10" creationId="{F650E417-8398-4B66-97AB-84DF61E15E15}"/>
          </ac:picMkLst>
        </pc:picChg>
        <pc:picChg chg="del">
          <ac:chgData name="Zainal Che hassan" userId="4fd0af43aa7c823e" providerId="LiveId" clId="{04C48F45-3ADF-4C5D-8F72-6E9AFFDA5551}" dt="2026-08-19T22:37:21.154" v="10" actId="478"/>
          <ac:picMkLst>
            <pc:docMk/>
            <pc:sldMk cId="1085975896" sldId="280"/>
            <ac:picMk id="19" creationId="{271132FC-84F8-4579-9A0C-31510267D3E9}"/>
          </ac:picMkLst>
        </pc:picChg>
      </pc:sldChg>
      <pc:sldChg chg="delSp mod">
        <pc:chgData name="Zainal Che hassan" userId="4fd0af43aa7c823e" providerId="LiveId" clId="{04C48F45-3ADF-4C5D-8F72-6E9AFFDA5551}" dt="2026-08-19T22:37:40.119" v="13" actId="478"/>
        <pc:sldMkLst>
          <pc:docMk/>
          <pc:sldMk cId="2839361966" sldId="281"/>
        </pc:sldMkLst>
        <pc:spChg chg="del">
          <ac:chgData name="Zainal Che hassan" userId="4fd0af43aa7c823e" providerId="LiveId" clId="{04C48F45-3ADF-4C5D-8F72-6E9AFFDA5551}" dt="2026-08-19T22:37:40.119" v="13" actId="478"/>
          <ac:spMkLst>
            <pc:docMk/>
            <pc:sldMk cId="2839361966" sldId="281"/>
            <ac:spMk id="7" creationId="{69174EEB-66E7-C578-AAC2-904603455E0A}"/>
          </ac:spMkLst>
        </pc:spChg>
        <pc:spChg chg="del">
          <ac:chgData name="Zainal Che hassan" userId="4fd0af43aa7c823e" providerId="LiveId" clId="{04C48F45-3ADF-4C5D-8F72-6E9AFFDA5551}" dt="2026-08-19T22:37:40.119" v="13" actId="478"/>
          <ac:spMkLst>
            <pc:docMk/>
            <pc:sldMk cId="2839361966" sldId="281"/>
            <ac:spMk id="10" creationId="{B2A0D695-B25F-548C-1C39-480A5D8060AC}"/>
          </ac:spMkLst>
        </pc:spChg>
        <pc:spChg chg="del">
          <ac:chgData name="Zainal Che hassan" userId="4fd0af43aa7c823e" providerId="LiveId" clId="{04C48F45-3ADF-4C5D-8F72-6E9AFFDA5551}" dt="2026-08-19T22:37:40.119" v="13" actId="478"/>
          <ac:spMkLst>
            <pc:docMk/>
            <pc:sldMk cId="2839361966" sldId="281"/>
            <ac:spMk id="13" creationId="{DB653BB7-73C4-9C55-7ADD-C4E3A96CA73B}"/>
          </ac:spMkLst>
        </pc:spChg>
        <pc:grpChg chg="del">
          <ac:chgData name="Zainal Che hassan" userId="4fd0af43aa7c823e" providerId="LiveId" clId="{04C48F45-3ADF-4C5D-8F72-6E9AFFDA5551}" dt="2026-08-19T22:37:40.119" v="13" actId="478"/>
          <ac:grpSpMkLst>
            <pc:docMk/>
            <pc:sldMk cId="2839361966" sldId="281"/>
            <ac:grpSpMk id="27" creationId="{7881BE55-62CE-45CD-AEB7-3A48E6E383A5}"/>
          </ac:grpSpMkLst>
        </pc:grpChg>
      </pc:sldChg>
      <pc:sldChg chg="delSp mod">
        <pc:chgData name="Zainal Che hassan" userId="4fd0af43aa7c823e" providerId="LiveId" clId="{04C48F45-3ADF-4C5D-8F72-6E9AFFDA5551}" dt="2026-08-19T22:38:23.365" v="20" actId="478"/>
        <pc:sldMkLst>
          <pc:docMk/>
          <pc:sldMk cId="4059275353" sldId="282"/>
        </pc:sldMkLst>
        <pc:spChg chg="del">
          <ac:chgData name="Zainal Che hassan" userId="4fd0af43aa7c823e" providerId="LiveId" clId="{04C48F45-3ADF-4C5D-8F72-6E9AFFDA5551}" dt="2026-08-19T22:38:23.365" v="20" actId="478"/>
          <ac:spMkLst>
            <pc:docMk/>
            <pc:sldMk cId="4059275353" sldId="282"/>
            <ac:spMk id="8" creationId="{D2585383-02ED-78C7-67F1-3DC8224B5304}"/>
          </ac:spMkLst>
        </pc:spChg>
        <pc:spChg chg="del">
          <ac:chgData name="Zainal Che hassan" userId="4fd0af43aa7c823e" providerId="LiveId" clId="{04C48F45-3ADF-4C5D-8F72-6E9AFFDA5551}" dt="2026-08-19T22:38:23.365" v="20" actId="478"/>
          <ac:spMkLst>
            <pc:docMk/>
            <pc:sldMk cId="4059275353" sldId="282"/>
            <ac:spMk id="13" creationId="{44C93CA3-D361-344E-96AF-9FBF314073B4}"/>
          </ac:spMkLst>
        </pc:spChg>
        <pc:spChg chg="del">
          <ac:chgData name="Zainal Che hassan" userId="4fd0af43aa7c823e" providerId="LiveId" clId="{04C48F45-3ADF-4C5D-8F72-6E9AFFDA5551}" dt="2026-08-19T22:38:23.365" v="20" actId="478"/>
          <ac:spMkLst>
            <pc:docMk/>
            <pc:sldMk cId="4059275353" sldId="282"/>
            <ac:spMk id="19" creationId="{1D4D0660-1516-28CA-F712-7AF3CB2AAD0F}"/>
          </ac:spMkLst>
        </pc:spChg>
        <pc:grpChg chg="del">
          <ac:chgData name="Zainal Che hassan" userId="4fd0af43aa7c823e" providerId="LiveId" clId="{04C48F45-3ADF-4C5D-8F72-6E9AFFDA5551}" dt="2026-08-19T22:38:23.365" v="20" actId="478"/>
          <ac:grpSpMkLst>
            <pc:docMk/>
            <pc:sldMk cId="4059275353" sldId="282"/>
            <ac:grpSpMk id="17" creationId="{ECC16A9E-56C5-A650-1FE5-86413C902248}"/>
          </ac:grpSpMkLst>
        </pc:grpChg>
      </pc:sldChg>
      <pc:sldChg chg="delSp mod">
        <pc:chgData name="Zainal Che hassan" userId="4fd0af43aa7c823e" providerId="LiveId" clId="{04C48F45-3ADF-4C5D-8F72-6E9AFFDA5551}" dt="2026-08-19T22:38:27.263" v="21" actId="478"/>
        <pc:sldMkLst>
          <pc:docMk/>
          <pc:sldMk cId="1881644232" sldId="283"/>
        </pc:sldMkLst>
        <pc:spChg chg="del">
          <ac:chgData name="Zainal Che hassan" userId="4fd0af43aa7c823e" providerId="LiveId" clId="{04C48F45-3ADF-4C5D-8F72-6E9AFFDA5551}" dt="2026-08-19T22:38:27.263" v="21" actId="478"/>
          <ac:spMkLst>
            <pc:docMk/>
            <pc:sldMk cId="1881644232" sldId="283"/>
            <ac:spMk id="7" creationId="{0626A06A-E51B-5C36-E1A5-F4DC8258A28E}"/>
          </ac:spMkLst>
        </pc:spChg>
        <pc:spChg chg="del">
          <ac:chgData name="Zainal Che hassan" userId="4fd0af43aa7c823e" providerId="LiveId" clId="{04C48F45-3ADF-4C5D-8F72-6E9AFFDA5551}" dt="2026-08-19T22:38:27.263" v="21" actId="478"/>
          <ac:spMkLst>
            <pc:docMk/>
            <pc:sldMk cId="1881644232" sldId="283"/>
            <ac:spMk id="12" creationId="{5D6FCD6F-14F5-95D3-6296-B37A7D7DFCA7}"/>
          </ac:spMkLst>
        </pc:spChg>
        <pc:grpChg chg="del">
          <ac:chgData name="Zainal Che hassan" userId="4fd0af43aa7c823e" providerId="LiveId" clId="{04C48F45-3ADF-4C5D-8F72-6E9AFFDA5551}" dt="2026-08-19T22:38:27.263" v="21" actId="478"/>
          <ac:grpSpMkLst>
            <pc:docMk/>
            <pc:sldMk cId="1881644232" sldId="283"/>
            <ac:grpSpMk id="16" creationId="{E9B0037A-CC51-B5A8-B789-84DE3C7B731A}"/>
          </ac:grpSpMkLst>
        </pc:grpChg>
      </pc:sldChg>
      <pc:sldChg chg="delSp mod">
        <pc:chgData name="Zainal Che hassan" userId="4fd0af43aa7c823e" providerId="LiveId" clId="{04C48F45-3ADF-4C5D-8F72-6E9AFFDA5551}" dt="2026-08-19T22:37:48.506" v="14" actId="478"/>
        <pc:sldMkLst>
          <pc:docMk/>
          <pc:sldMk cId="2106457380" sldId="286"/>
        </pc:sldMkLst>
        <pc:spChg chg="del">
          <ac:chgData name="Zainal Che hassan" userId="4fd0af43aa7c823e" providerId="LiveId" clId="{04C48F45-3ADF-4C5D-8F72-6E9AFFDA5551}" dt="2026-08-19T22:37:48.506" v="14" actId="478"/>
          <ac:spMkLst>
            <pc:docMk/>
            <pc:sldMk cId="2106457380" sldId="286"/>
            <ac:spMk id="8" creationId="{E94F346E-4BB0-7F8B-5E38-389A2C7989EC}"/>
          </ac:spMkLst>
        </pc:spChg>
        <pc:spChg chg="del">
          <ac:chgData name="Zainal Che hassan" userId="4fd0af43aa7c823e" providerId="LiveId" clId="{04C48F45-3ADF-4C5D-8F72-6E9AFFDA5551}" dt="2026-08-19T22:37:48.506" v="14" actId="478"/>
          <ac:spMkLst>
            <pc:docMk/>
            <pc:sldMk cId="2106457380" sldId="286"/>
            <ac:spMk id="13" creationId="{FEF8E4C0-19BB-ECE3-25E4-6F44D12DC98C}"/>
          </ac:spMkLst>
        </pc:spChg>
        <pc:spChg chg="del">
          <ac:chgData name="Zainal Che hassan" userId="4fd0af43aa7c823e" providerId="LiveId" clId="{04C48F45-3ADF-4C5D-8F72-6E9AFFDA5551}" dt="2026-08-19T22:37:48.506" v="14" actId="478"/>
          <ac:spMkLst>
            <pc:docMk/>
            <pc:sldMk cId="2106457380" sldId="286"/>
            <ac:spMk id="18" creationId="{91DA142C-7B7A-7E32-80B0-0997C2AA75B5}"/>
          </ac:spMkLst>
        </pc:spChg>
        <pc:grpChg chg="del">
          <ac:chgData name="Zainal Che hassan" userId="4fd0af43aa7c823e" providerId="LiveId" clId="{04C48F45-3ADF-4C5D-8F72-6E9AFFDA5551}" dt="2026-08-19T22:37:48.506" v="14" actId="478"/>
          <ac:grpSpMkLst>
            <pc:docMk/>
            <pc:sldMk cId="2106457380" sldId="286"/>
            <ac:grpSpMk id="16" creationId="{4D6FD8F5-90A1-4DDE-94B2-DE516A46D580}"/>
          </ac:grpSpMkLst>
        </pc:grpChg>
      </pc:sldChg>
      <pc:sldChg chg="delSp mod">
        <pc:chgData name="Zainal Che hassan" userId="4fd0af43aa7c823e" providerId="LiveId" clId="{04C48F45-3ADF-4C5D-8F72-6E9AFFDA5551}" dt="2026-08-19T22:37:57.187" v="15" actId="478"/>
        <pc:sldMkLst>
          <pc:docMk/>
          <pc:sldMk cId="1282906767" sldId="287"/>
        </pc:sldMkLst>
        <pc:spChg chg="del">
          <ac:chgData name="Zainal Che hassan" userId="4fd0af43aa7c823e" providerId="LiveId" clId="{04C48F45-3ADF-4C5D-8F72-6E9AFFDA5551}" dt="2026-08-19T22:37:57.187" v="15" actId="478"/>
          <ac:spMkLst>
            <pc:docMk/>
            <pc:sldMk cId="1282906767" sldId="287"/>
            <ac:spMk id="7" creationId="{1792243A-D112-8F6A-D6FF-A76FE412850E}"/>
          </ac:spMkLst>
        </pc:spChg>
        <pc:spChg chg="del">
          <ac:chgData name="Zainal Che hassan" userId="4fd0af43aa7c823e" providerId="LiveId" clId="{04C48F45-3ADF-4C5D-8F72-6E9AFFDA5551}" dt="2026-08-19T22:37:57.187" v="15" actId="478"/>
          <ac:spMkLst>
            <pc:docMk/>
            <pc:sldMk cId="1282906767" sldId="287"/>
            <ac:spMk id="12" creationId="{1A981276-4FB0-AE10-D94B-41E3497BEBF3}"/>
          </ac:spMkLst>
        </pc:spChg>
        <pc:spChg chg="del">
          <ac:chgData name="Zainal Che hassan" userId="4fd0af43aa7c823e" providerId="LiveId" clId="{04C48F45-3ADF-4C5D-8F72-6E9AFFDA5551}" dt="2026-08-19T22:37:57.187" v="15" actId="478"/>
          <ac:spMkLst>
            <pc:docMk/>
            <pc:sldMk cId="1282906767" sldId="287"/>
            <ac:spMk id="16" creationId="{F1A54709-CAA3-C796-9111-EF31F30BCF50}"/>
          </ac:spMkLst>
        </pc:spChg>
        <pc:grpChg chg="del">
          <ac:chgData name="Zainal Che hassan" userId="4fd0af43aa7c823e" providerId="LiveId" clId="{04C48F45-3ADF-4C5D-8F72-6E9AFFDA5551}" dt="2026-08-19T22:37:57.187" v="15" actId="478"/>
          <ac:grpSpMkLst>
            <pc:docMk/>
            <pc:sldMk cId="1282906767" sldId="287"/>
            <ac:grpSpMk id="19" creationId="{6F357105-C528-4017-A59C-D10189C27701}"/>
          </ac:grpSpMkLst>
        </pc:grpChg>
      </pc:sldChg>
      <pc:sldChg chg="delSp mod">
        <pc:chgData name="Zainal Che hassan" userId="4fd0af43aa7c823e" providerId="LiveId" clId="{04C48F45-3ADF-4C5D-8F72-6E9AFFDA5551}" dt="2026-08-19T22:38:03.220" v="16" actId="478"/>
        <pc:sldMkLst>
          <pc:docMk/>
          <pc:sldMk cId="2946668790" sldId="288"/>
        </pc:sldMkLst>
        <pc:spChg chg="del">
          <ac:chgData name="Zainal Che hassan" userId="4fd0af43aa7c823e" providerId="LiveId" clId="{04C48F45-3ADF-4C5D-8F72-6E9AFFDA5551}" dt="2026-08-19T22:38:03.220" v="16" actId="478"/>
          <ac:spMkLst>
            <pc:docMk/>
            <pc:sldMk cId="2946668790" sldId="288"/>
            <ac:spMk id="8" creationId="{34C9EA69-C947-3BFE-686E-AAAD754A6A4C}"/>
          </ac:spMkLst>
        </pc:spChg>
        <pc:spChg chg="del">
          <ac:chgData name="Zainal Che hassan" userId="4fd0af43aa7c823e" providerId="LiveId" clId="{04C48F45-3ADF-4C5D-8F72-6E9AFFDA5551}" dt="2026-08-19T22:38:03.220" v="16" actId="478"/>
          <ac:spMkLst>
            <pc:docMk/>
            <pc:sldMk cId="2946668790" sldId="288"/>
            <ac:spMk id="12" creationId="{41FEA493-EA85-1B25-09C0-80C196BBB1DC}"/>
          </ac:spMkLst>
        </pc:spChg>
        <pc:grpChg chg="del">
          <ac:chgData name="Zainal Che hassan" userId="4fd0af43aa7c823e" providerId="LiveId" clId="{04C48F45-3ADF-4C5D-8F72-6E9AFFDA5551}" dt="2026-08-19T22:38:03.220" v="16" actId="478"/>
          <ac:grpSpMkLst>
            <pc:docMk/>
            <pc:sldMk cId="2946668790" sldId="288"/>
            <ac:grpSpMk id="14" creationId="{01B4BF24-80AD-4C42-8E5C-624A3D27C001}"/>
          </ac:grpSpMkLst>
        </pc:grpChg>
      </pc:sldChg>
      <pc:sldChg chg="delSp mod">
        <pc:chgData name="Zainal Che hassan" userId="4fd0af43aa7c823e" providerId="LiveId" clId="{04C48F45-3ADF-4C5D-8F72-6E9AFFDA5551}" dt="2026-08-19T22:38:13.736" v="18" actId="478"/>
        <pc:sldMkLst>
          <pc:docMk/>
          <pc:sldMk cId="3433296152" sldId="289"/>
        </pc:sldMkLst>
        <pc:spChg chg="del">
          <ac:chgData name="Zainal Che hassan" userId="4fd0af43aa7c823e" providerId="LiveId" clId="{04C48F45-3ADF-4C5D-8F72-6E9AFFDA5551}" dt="2026-08-19T22:38:13.736" v="18" actId="478"/>
          <ac:spMkLst>
            <pc:docMk/>
            <pc:sldMk cId="3433296152" sldId="289"/>
            <ac:spMk id="8" creationId="{13AEA775-D3DC-85E6-ADF7-1ED8C54510A1}"/>
          </ac:spMkLst>
        </pc:spChg>
        <pc:spChg chg="del">
          <ac:chgData name="Zainal Che hassan" userId="4fd0af43aa7c823e" providerId="LiveId" clId="{04C48F45-3ADF-4C5D-8F72-6E9AFFDA5551}" dt="2026-08-19T22:38:13.736" v="18" actId="478"/>
          <ac:spMkLst>
            <pc:docMk/>
            <pc:sldMk cId="3433296152" sldId="289"/>
            <ac:spMk id="14" creationId="{6526C21D-0318-C7DD-3720-49A1D640F767}"/>
          </ac:spMkLst>
        </pc:spChg>
        <pc:grpChg chg="del">
          <ac:chgData name="Zainal Che hassan" userId="4fd0af43aa7c823e" providerId="LiveId" clId="{04C48F45-3ADF-4C5D-8F72-6E9AFFDA5551}" dt="2026-08-19T22:38:13.736" v="18" actId="478"/>
          <ac:grpSpMkLst>
            <pc:docMk/>
            <pc:sldMk cId="3433296152" sldId="289"/>
            <ac:grpSpMk id="12" creationId="{73544D00-CA55-4DB0-9D00-47D9AE7342F6}"/>
          </ac:grpSpMkLst>
        </pc:grpChg>
      </pc:sldChg>
      <pc:sldChg chg="delSp mod">
        <pc:chgData name="Zainal Che hassan" userId="4fd0af43aa7c823e" providerId="LiveId" clId="{04C48F45-3ADF-4C5D-8F72-6E9AFFDA5551}" dt="2026-08-19T22:38:17.940" v="19" actId="478"/>
        <pc:sldMkLst>
          <pc:docMk/>
          <pc:sldMk cId="1734776724" sldId="290"/>
        </pc:sldMkLst>
        <pc:spChg chg="del">
          <ac:chgData name="Zainal Che hassan" userId="4fd0af43aa7c823e" providerId="LiveId" clId="{04C48F45-3ADF-4C5D-8F72-6E9AFFDA5551}" dt="2026-08-19T22:38:17.940" v="19" actId="478"/>
          <ac:spMkLst>
            <pc:docMk/>
            <pc:sldMk cId="1734776724" sldId="290"/>
            <ac:spMk id="8" creationId="{5F5BF3D4-A572-7299-185C-C96B2ECCA328}"/>
          </ac:spMkLst>
        </pc:spChg>
        <pc:spChg chg="del">
          <ac:chgData name="Zainal Che hassan" userId="4fd0af43aa7c823e" providerId="LiveId" clId="{04C48F45-3ADF-4C5D-8F72-6E9AFFDA5551}" dt="2026-08-19T22:38:17.940" v="19" actId="478"/>
          <ac:spMkLst>
            <pc:docMk/>
            <pc:sldMk cId="1734776724" sldId="290"/>
            <ac:spMk id="14" creationId="{549F6AAE-F964-8405-CC7A-E3933788FA97}"/>
          </ac:spMkLst>
        </pc:spChg>
        <pc:grpChg chg="del">
          <ac:chgData name="Zainal Che hassan" userId="4fd0af43aa7c823e" providerId="LiveId" clId="{04C48F45-3ADF-4C5D-8F72-6E9AFFDA5551}" dt="2026-08-19T22:38:17.940" v="19" actId="478"/>
          <ac:grpSpMkLst>
            <pc:docMk/>
            <pc:sldMk cId="1734776724" sldId="290"/>
            <ac:grpSpMk id="12" creationId="{E805C964-7245-4670-AA05-4AE23BC90448}"/>
          </ac:grpSpMkLst>
        </pc:grpChg>
      </pc:sldChg>
      <pc:sldChg chg="delSp mod">
        <pc:chgData name="Zainal Che hassan" userId="4fd0af43aa7c823e" providerId="LiveId" clId="{04C48F45-3ADF-4C5D-8F72-6E9AFFDA5551}" dt="2026-08-19T22:38:31.574" v="22" actId="478"/>
        <pc:sldMkLst>
          <pc:docMk/>
          <pc:sldMk cId="3993703120" sldId="291"/>
        </pc:sldMkLst>
        <pc:spChg chg="del">
          <ac:chgData name="Zainal Che hassan" userId="4fd0af43aa7c823e" providerId="LiveId" clId="{04C48F45-3ADF-4C5D-8F72-6E9AFFDA5551}" dt="2026-08-19T22:38:31.574" v="22" actId="478"/>
          <ac:spMkLst>
            <pc:docMk/>
            <pc:sldMk cId="3993703120" sldId="291"/>
            <ac:spMk id="7" creationId="{5A2341EC-D607-15F4-7DFE-129342D648BD}"/>
          </ac:spMkLst>
        </pc:spChg>
        <pc:spChg chg="del">
          <ac:chgData name="Zainal Che hassan" userId="4fd0af43aa7c823e" providerId="LiveId" clId="{04C48F45-3ADF-4C5D-8F72-6E9AFFDA5551}" dt="2026-08-19T22:38:31.574" v="22" actId="478"/>
          <ac:spMkLst>
            <pc:docMk/>
            <pc:sldMk cId="3993703120" sldId="291"/>
            <ac:spMk id="14" creationId="{A4C3F83F-2849-923C-E048-AE0DE859450C}"/>
          </ac:spMkLst>
        </pc:spChg>
        <pc:grpChg chg="del">
          <ac:chgData name="Zainal Che hassan" userId="4fd0af43aa7c823e" providerId="LiveId" clId="{04C48F45-3ADF-4C5D-8F72-6E9AFFDA5551}" dt="2026-08-19T22:38:31.574" v="22" actId="478"/>
          <ac:grpSpMkLst>
            <pc:docMk/>
            <pc:sldMk cId="3993703120" sldId="291"/>
            <ac:grpSpMk id="13" creationId="{DE51499D-13C8-44AE-90A8-F19D8403A314}"/>
          </ac:grpSpMkLst>
        </pc:grpChg>
      </pc:sldChg>
      <pc:sldChg chg="delSp mod">
        <pc:chgData name="Zainal Che hassan" userId="4fd0af43aa7c823e" providerId="LiveId" clId="{04C48F45-3ADF-4C5D-8F72-6E9AFFDA5551}" dt="2026-08-19T22:38:42.284" v="24" actId="478"/>
        <pc:sldMkLst>
          <pc:docMk/>
          <pc:sldMk cId="1051648645" sldId="292"/>
        </pc:sldMkLst>
        <pc:spChg chg="del">
          <ac:chgData name="Zainal Che hassan" userId="4fd0af43aa7c823e" providerId="LiveId" clId="{04C48F45-3ADF-4C5D-8F72-6E9AFFDA5551}" dt="2026-08-19T22:38:42.284" v="24" actId="478"/>
          <ac:spMkLst>
            <pc:docMk/>
            <pc:sldMk cId="1051648645" sldId="292"/>
            <ac:spMk id="7" creationId="{9ECFED74-FFA3-CE83-7C9B-F88AA5F4BF75}"/>
          </ac:spMkLst>
        </pc:spChg>
        <pc:spChg chg="del">
          <ac:chgData name="Zainal Che hassan" userId="4fd0af43aa7c823e" providerId="LiveId" clId="{04C48F45-3ADF-4C5D-8F72-6E9AFFDA5551}" dt="2026-08-19T22:38:42.284" v="24" actId="478"/>
          <ac:spMkLst>
            <pc:docMk/>
            <pc:sldMk cId="1051648645" sldId="292"/>
            <ac:spMk id="10" creationId="{CB888B7A-6ADA-A7DF-8826-6D5841FFC844}"/>
          </ac:spMkLst>
        </pc:spChg>
        <pc:grpChg chg="del">
          <ac:chgData name="Zainal Che hassan" userId="4fd0af43aa7c823e" providerId="LiveId" clId="{04C48F45-3ADF-4C5D-8F72-6E9AFFDA5551}" dt="2026-08-19T22:38:42.284" v="24" actId="478"/>
          <ac:grpSpMkLst>
            <pc:docMk/>
            <pc:sldMk cId="1051648645" sldId="292"/>
            <ac:grpSpMk id="21" creationId="{A635F077-4A50-47B7-BCF3-A216C3627CFC}"/>
          </ac:grpSpMkLst>
        </pc:grpChg>
      </pc:sldChg>
      <pc:sldChg chg="delSp mod">
        <pc:chgData name="Zainal Che hassan" userId="4fd0af43aa7c823e" providerId="LiveId" clId="{04C48F45-3ADF-4C5D-8F72-6E9AFFDA5551}" dt="2026-08-19T22:38:47.932" v="25" actId="478"/>
        <pc:sldMkLst>
          <pc:docMk/>
          <pc:sldMk cId="3490249476" sldId="293"/>
        </pc:sldMkLst>
        <pc:spChg chg="del">
          <ac:chgData name="Zainal Che hassan" userId="4fd0af43aa7c823e" providerId="LiveId" clId="{04C48F45-3ADF-4C5D-8F72-6E9AFFDA5551}" dt="2026-08-19T22:38:47.932" v="25" actId="478"/>
          <ac:spMkLst>
            <pc:docMk/>
            <pc:sldMk cId="3490249476" sldId="293"/>
            <ac:spMk id="8" creationId="{6E24EB77-76BB-FB31-9445-BCECA8BBED83}"/>
          </ac:spMkLst>
        </pc:spChg>
        <pc:spChg chg="del">
          <ac:chgData name="Zainal Che hassan" userId="4fd0af43aa7c823e" providerId="LiveId" clId="{04C48F45-3ADF-4C5D-8F72-6E9AFFDA5551}" dt="2026-08-19T22:38:47.932" v="25" actId="478"/>
          <ac:spMkLst>
            <pc:docMk/>
            <pc:sldMk cId="3490249476" sldId="293"/>
            <ac:spMk id="14" creationId="{95D4CE5D-1FB0-090C-57AD-FB723F718A9D}"/>
          </ac:spMkLst>
        </pc:spChg>
        <pc:grpChg chg="del">
          <ac:chgData name="Zainal Che hassan" userId="4fd0af43aa7c823e" providerId="LiveId" clId="{04C48F45-3ADF-4C5D-8F72-6E9AFFDA5551}" dt="2026-08-19T22:38:47.932" v="25" actId="478"/>
          <ac:grpSpMkLst>
            <pc:docMk/>
            <pc:sldMk cId="3490249476" sldId="293"/>
            <ac:grpSpMk id="12" creationId="{2E677F72-A180-45C0-8593-210D38956B66}"/>
          </ac:grpSpMkLst>
        </pc:grpChg>
      </pc:sldChg>
      <pc:sldChg chg="delSp mod">
        <pc:chgData name="Zainal Che hassan" userId="4fd0af43aa7c823e" providerId="LiveId" clId="{04C48F45-3ADF-4C5D-8F72-6E9AFFDA5551}" dt="2026-08-19T22:38:50.879" v="26" actId="478"/>
        <pc:sldMkLst>
          <pc:docMk/>
          <pc:sldMk cId="3992889263" sldId="294"/>
        </pc:sldMkLst>
        <pc:spChg chg="del">
          <ac:chgData name="Zainal Che hassan" userId="4fd0af43aa7c823e" providerId="LiveId" clId="{04C48F45-3ADF-4C5D-8F72-6E9AFFDA5551}" dt="2026-08-19T22:38:50.879" v="26" actId="478"/>
          <ac:spMkLst>
            <pc:docMk/>
            <pc:sldMk cId="3992889263" sldId="294"/>
            <ac:spMk id="8" creationId="{33715153-8FD6-74CB-A9AE-3F476260BCC4}"/>
          </ac:spMkLst>
        </pc:spChg>
        <pc:picChg chg="del">
          <ac:chgData name="Zainal Che hassan" userId="4fd0af43aa7c823e" providerId="LiveId" clId="{04C48F45-3ADF-4C5D-8F72-6E9AFFDA5551}" dt="2026-08-19T22:38:50.879" v="26" actId="478"/>
          <ac:picMkLst>
            <pc:docMk/>
            <pc:sldMk cId="3992889263" sldId="294"/>
            <ac:picMk id="7" creationId="{7B2530D8-5A6E-47C1-B205-06D8C864CE80}"/>
          </ac:picMkLst>
        </pc:picChg>
      </pc:sldChg>
      <pc:sldChg chg="delSp mod">
        <pc:chgData name="Zainal Che hassan" userId="4fd0af43aa7c823e" providerId="LiveId" clId="{04C48F45-3ADF-4C5D-8F72-6E9AFFDA5551}" dt="2026-08-19T22:38:55.476" v="27" actId="478"/>
        <pc:sldMkLst>
          <pc:docMk/>
          <pc:sldMk cId="1255873107" sldId="295"/>
        </pc:sldMkLst>
        <pc:spChg chg="del">
          <ac:chgData name="Zainal Che hassan" userId="4fd0af43aa7c823e" providerId="LiveId" clId="{04C48F45-3ADF-4C5D-8F72-6E9AFFDA5551}" dt="2026-08-19T22:38:55.476" v="27" actId="478"/>
          <ac:spMkLst>
            <pc:docMk/>
            <pc:sldMk cId="1255873107" sldId="295"/>
            <ac:spMk id="8" creationId="{3D7D5376-9B0F-6C30-2768-3001007532D4}"/>
          </ac:spMkLst>
        </pc:spChg>
        <pc:spChg chg="del">
          <ac:chgData name="Zainal Che hassan" userId="4fd0af43aa7c823e" providerId="LiveId" clId="{04C48F45-3ADF-4C5D-8F72-6E9AFFDA5551}" dt="2026-08-19T22:38:55.476" v="27" actId="478"/>
          <ac:spMkLst>
            <pc:docMk/>
            <pc:sldMk cId="1255873107" sldId="295"/>
            <ac:spMk id="13" creationId="{AE4C64BA-190C-E9F5-1CBB-9657D16B1E10}"/>
          </ac:spMkLst>
        </pc:spChg>
        <pc:picChg chg="del">
          <ac:chgData name="Zainal Che hassan" userId="4fd0af43aa7c823e" providerId="LiveId" clId="{04C48F45-3ADF-4C5D-8F72-6E9AFFDA5551}" dt="2026-08-19T22:38:55.476" v="27" actId="478"/>
          <ac:picMkLst>
            <pc:docMk/>
            <pc:sldMk cId="1255873107" sldId="295"/>
            <ac:picMk id="7" creationId="{0AA2E4E4-EC87-42D0-A12D-42CC570FE22A}"/>
          </ac:picMkLst>
        </pc:picChg>
        <pc:picChg chg="del">
          <ac:chgData name="Zainal Che hassan" userId="4fd0af43aa7c823e" providerId="LiveId" clId="{04C48F45-3ADF-4C5D-8F72-6E9AFFDA5551}" dt="2026-08-19T22:38:55.476" v="27" actId="478"/>
          <ac:picMkLst>
            <pc:docMk/>
            <pc:sldMk cId="1255873107" sldId="295"/>
            <ac:picMk id="10" creationId="{31C0CDCC-AB0F-4D5C-AC7E-E4C1C5631706}"/>
          </ac:picMkLst>
        </pc:picChg>
      </pc:sldChg>
      <pc:sldChg chg="delSp mod">
        <pc:chgData name="Zainal Che hassan" userId="4fd0af43aa7c823e" providerId="LiveId" clId="{04C48F45-3ADF-4C5D-8F72-6E9AFFDA5551}" dt="2026-08-19T22:38:59.738" v="28" actId="478"/>
        <pc:sldMkLst>
          <pc:docMk/>
          <pc:sldMk cId="3428937941" sldId="296"/>
        </pc:sldMkLst>
        <pc:spChg chg="del">
          <ac:chgData name="Zainal Che hassan" userId="4fd0af43aa7c823e" providerId="LiveId" clId="{04C48F45-3ADF-4C5D-8F72-6E9AFFDA5551}" dt="2026-08-19T22:38:59.738" v="28" actId="478"/>
          <ac:spMkLst>
            <pc:docMk/>
            <pc:sldMk cId="3428937941" sldId="296"/>
            <ac:spMk id="8" creationId="{826DC0B3-C77A-B10D-0790-EEE2EE5E1F52}"/>
          </ac:spMkLst>
        </pc:spChg>
        <pc:spChg chg="del">
          <ac:chgData name="Zainal Che hassan" userId="4fd0af43aa7c823e" providerId="LiveId" clId="{04C48F45-3ADF-4C5D-8F72-6E9AFFDA5551}" dt="2026-08-19T22:38:59.738" v="28" actId="478"/>
          <ac:spMkLst>
            <pc:docMk/>
            <pc:sldMk cId="3428937941" sldId="296"/>
            <ac:spMk id="12" creationId="{2C7FF171-6D53-FAFA-B873-40E048C942D8}"/>
          </ac:spMkLst>
        </pc:spChg>
        <pc:picChg chg="del">
          <ac:chgData name="Zainal Che hassan" userId="4fd0af43aa7c823e" providerId="LiveId" clId="{04C48F45-3ADF-4C5D-8F72-6E9AFFDA5551}" dt="2026-08-19T22:38:59.738" v="28" actId="478"/>
          <ac:picMkLst>
            <pc:docMk/>
            <pc:sldMk cId="3428937941" sldId="296"/>
            <ac:picMk id="7" creationId="{3AE49F12-FD60-4CFE-B417-2EF62F16103C}"/>
          </ac:picMkLst>
        </pc:picChg>
        <pc:picChg chg="del">
          <ac:chgData name="Zainal Che hassan" userId="4fd0af43aa7c823e" providerId="LiveId" clId="{04C48F45-3ADF-4C5D-8F72-6E9AFFDA5551}" dt="2026-08-19T22:38:59.738" v="28" actId="478"/>
          <ac:picMkLst>
            <pc:docMk/>
            <pc:sldMk cId="3428937941" sldId="296"/>
            <ac:picMk id="14" creationId="{D7A7C992-D864-4B79-A9B5-5752407609CA}"/>
          </ac:picMkLst>
        </pc:picChg>
      </pc:sldChg>
      <pc:sldChg chg="delSp mod">
        <pc:chgData name="Zainal Che hassan" userId="4fd0af43aa7c823e" providerId="LiveId" clId="{04C48F45-3ADF-4C5D-8F72-6E9AFFDA5551}" dt="2026-08-19T22:39:03.832" v="29" actId="478"/>
        <pc:sldMkLst>
          <pc:docMk/>
          <pc:sldMk cId="3413336653" sldId="297"/>
        </pc:sldMkLst>
        <pc:spChg chg="del">
          <ac:chgData name="Zainal Che hassan" userId="4fd0af43aa7c823e" providerId="LiveId" clId="{04C48F45-3ADF-4C5D-8F72-6E9AFFDA5551}" dt="2026-08-19T22:39:03.832" v="29" actId="478"/>
          <ac:spMkLst>
            <pc:docMk/>
            <pc:sldMk cId="3413336653" sldId="297"/>
            <ac:spMk id="8" creationId="{45678C1D-EE61-D0D9-0C86-A63E17D8D0BF}"/>
          </ac:spMkLst>
        </pc:spChg>
        <pc:spChg chg="del">
          <ac:chgData name="Zainal Che hassan" userId="4fd0af43aa7c823e" providerId="LiveId" clId="{04C48F45-3ADF-4C5D-8F72-6E9AFFDA5551}" dt="2026-08-19T22:39:03.832" v="29" actId="478"/>
          <ac:spMkLst>
            <pc:docMk/>
            <pc:sldMk cId="3413336653" sldId="297"/>
            <ac:spMk id="13" creationId="{E61925F7-89D7-A67A-D413-4042B0966A59}"/>
          </ac:spMkLst>
        </pc:spChg>
        <pc:picChg chg="del">
          <ac:chgData name="Zainal Che hassan" userId="4fd0af43aa7c823e" providerId="LiveId" clId="{04C48F45-3ADF-4C5D-8F72-6E9AFFDA5551}" dt="2026-08-19T22:39:03.832" v="29" actId="478"/>
          <ac:picMkLst>
            <pc:docMk/>
            <pc:sldMk cId="3413336653" sldId="297"/>
            <ac:picMk id="7" creationId="{1C698092-D72F-46A9-81AC-C6CBE5FE357B}"/>
          </ac:picMkLst>
        </pc:picChg>
        <pc:picChg chg="del">
          <ac:chgData name="Zainal Che hassan" userId="4fd0af43aa7c823e" providerId="LiveId" clId="{04C48F45-3ADF-4C5D-8F72-6E9AFFDA5551}" dt="2026-08-19T22:39:03.832" v="29" actId="478"/>
          <ac:picMkLst>
            <pc:docMk/>
            <pc:sldMk cId="3413336653" sldId="297"/>
            <ac:picMk id="10" creationId="{47C571CB-21DC-4709-A3EA-5189D4255486}"/>
          </ac:picMkLst>
        </pc:picChg>
      </pc:sldChg>
      <pc:sldChg chg="delSp mod">
        <pc:chgData name="Zainal Che hassan" userId="4fd0af43aa7c823e" providerId="LiveId" clId="{04C48F45-3ADF-4C5D-8F72-6E9AFFDA5551}" dt="2026-08-19T22:39:07.521" v="30" actId="478"/>
        <pc:sldMkLst>
          <pc:docMk/>
          <pc:sldMk cId="1521468161" sldId="298"/>
        </pc:sldMkLst>
        <pc:grpChg chg="del">
          <ac:chgData name="Zainal Che hassan" userId="4fd0af43aa7c823e" providerId="LiveId" clId="{04C48F45-3ADF-4C5D-8F72-6E9AFFDA5551}" dt="2026-08-19T22:39:07.521" v="30" actId="478"/>
          <ac:grpSpMkLst>
            <pc:docMk/>
            <pc:sldMk cId="1521468161" sldId="298"/>
            <ac:grpSpMk id="19" creationId="{5FA05BD4-4388-4918-891C-2F0DE677987D}"/>
          </ac:grpSpMkLst>
        </pc:grpChg>
      </pc:sldChg>
      <pc:sldChg chg="delSp mod">
        <pc:chgData name="Zainal Che hassan" userId="4fd0af43aa7c823e" providerId="LiveId" clId="{04C48F45-3ADF-4C5D-8F72-6E9AFFDA5551}" dt="2026-08-19T22:39:09.595" v="31" actId="478"/>
        <pc:sldMkLst>
          <pc:docMk/>
          <pc:sldMk cId="581003388" sldId="299"/>
        </pc:sldMkLst>
        <pc:grpChg chg="del">
          <ac:chgData name="Zainal Che hassan" userId="4fd0af43aa7c823e" providerId="LiveId" clId="{04C48F45-3ADF-4C5D-8F72-6E9AFFDA5551}" dt="2026-08-19T22:39:09.595" v="31" actId="478"/>
          <ac:grpSpMkLst>
            <pc:docMk/>
            <pc:sldMk cId="581003388" sldId="299"/>
            <ac:grpSpMk id="21" creationId="{F2004F80-B4D2-4EED-B7DF-0DDD631ECECF}"/>
          </ac:grpSpMkLst>
        </pc:grpChg>
      </pc:sldChg>
      <pc:sldChg chg="delSp mod">
        <pc:chgData name="Zainal Che hassan" userId="4fd0af43aa7c823e" providerId="LiveId" clId="{04C48F45-3ADF-4C5D-8F72-6E9AFFDA5551}" dt="2026-08-19T22:39:11.484" v="32" actId="478"/>
        <pc:sldMkLst>
          <pc:docMk/>
          <pc:sldMk cId="4052498461" sldId="300"/>
        </pc:sldMkLst>
        <pc:grpChg chg="del">
          <ac:chgData name="Zainal Che hassan" userId="4fd0af43aa7c823e" providerId="LiveId" clId="{04C48F45-3ADF-4C5D-8F72-6E9AFFDA5551}" dt="2026-08-19T22:39:11.484" v="32" actId="478"/>
          <ac:grpSpMkLst>
            <pc:docMk/>
            <pc:sldMk cId="4052498461" sldId="300"/>
            <ac:grpSpMk id="14" creationId="{2C3330C5-60FD-454A-B7D7-138967576E28}"/>
          </ac:grpSpMkLst>
        </pc:grpChg>
      </pc:sldChg>
      <pc:sldChg chg="delSp mod">
        <pc:chgData name="Zainal Che hassan" userId="4fd0af43aa7c823e" providerId="LiveId" clId="{04C48F45-3ADF-4C5D-8F72-6E9AFFDA5551}" dt="2026-08-19T22:39:12.696" v="33" actId="478"/>
        <pc:sldMkLst>
          <pc:docMk/>
          <pc:sldMk cId="3802692358" sldId="301"/>
        </pc:sldMkLst>
        <pc:grpChg chg="del">
          <ac:chgData name="Zainal Che hassan" userId="4fd0af43aa7c823e" providerId="LiveId" clId="{04C48F45-3ADF-4C5D-8F72-6E9AFFDA5551}" dt="2026-08-19T22:39:12.696" v="33" actId="478"/>
          <ac:grpSpMkLst>
            <pc:docMk/>
            <pc:sldMk cId="3802692358" sldId="301"/>
            <ac:grpSpMk id="14" creationId="{DBA10591-B351-4EF1-B145-0405135DF824}"/>
          </ac:grpSpMkLst>
        </pc:grpChg>
      </pc:sldChg>
      <pc:sldChg chg="delSp modSp mod">
        <pc:chgData name="Zainal Che hassan" userId="4fd0af43aa7c823e" providerId="LiveId" clId="{04C48F45-3ADF-4C5D-8F72-6E9AFFDA5551}" dt="2026-08-19T22:39:18.903" v="39" actId="478"/>
        <pc:sldMkLst>
          <pc:docMk/>
          <pc:sldMk cId="889686476" sldId="302"/>
        </pc:sldMkLst>
        <pc:spChg chg="del mod">
          <ac:chgData name="Zainal Che hassan" userId="4fd0af43aa7c823e" providerId="LiveId" clId="{04C48F45-3ADF-4C5D-8F72-6E9AFFDA5551}" dt="2026-08-19T22:39:17.713" v="38" actId="478"/>
          <ac:spMkLst>
            <pc:docMk/>
            <pc:sldMk cId="889686476" sldId="302"/>
            <ac:spMk id="8" creationId="{1DC41C3E-B60C-E5DD-3EDA-08FF74498F21}"/>
          </ac:spMkLst>
        </pc:spChg>
        <pc:spChg chg="del">
          <ac:chgData name="Zainal Che hassan" userId="4fd0af43aa7c823e" providerId="LiveId" clId="{04C48F45-3ADF-4C5D-8F72-6E9AFFDA5551}" dt="2026-08-19T22:39:18.903" v="39" actId="478"/>
          <ac:spMkLst>
            <pc:docMk/>
            <pc:sldMk cId="889686476" sldId="302"/>
            <ac:spMk id="13" creationId="{529792F9-42A8-3854-4B70-11FF63E6BC24}"/>
          </ac:spMkLst>
        </pc:spChg>
        <pc:spChg chg="del">
          <ac:chgData name="Zainal Che hassan" userId="4fd0af43aa7c823e" providerId="LiveId" clId="{04C48F45-3ADF-4C5D-8F72-6E9AFFDA5551}" dt="2026-08-19T22:39:15.664" v="35" actId="478"/>
          <ac:spMkLst>
            <pc:docMk/>
            <pc:sldMk cId="889686476" sldId="302"/>
            <ac:spMk id="18" creationId="{C8EEFC05-A51F-F349-87E2-EAC844DAA5D4}"/>
          </ac:spMkLst>
        </pc:spChg>
        <pc:grpChg chg="del">
          <ac:chgData name="Zainal Che hassan" userId="4fd0af43aa7c823e" providerId="LiveId" clId="{04C48F45-3ADF-4C5D-8F72-6E9AFFDA5551}" dt="2026-08-19T22:39:14.368" v="34" actId="478"/>
          <ac:grpSpMkLst>
            <pc:docMk/>
            <pc:sldMk cId="889686476" sldId="302"/>
            <ac:grpSpMk id="17" creationId="{7C0A1267-2229-4D00-A20C-840D2183FB81}"/>
          </ac:grpSpMkLst>
        </pc:grpChg>
      </pc:sldChg>
      <pc:sldChg chg="delSp mod">
        <pc:chgData name="Zainal Che hassan" userId="4fd0af43aa7c823e" providerId="LiveId" clId="{04C48F45-3ADF-4C5D-8F72-6E9AFFDA5551}" dt="2026-08-19T22:39:21.942" v="40" actId="478"/>
        <pc:sldMkLst>
          <pc:docMk/>
          <pc:sldMk cId="248444687" sldId="303"/>
        </pc:sldMkLst>
        <pc:grpChg chg="del">
          <ac:chgData name="Zainal Che hassan" userId="4fd0af43aa7c823e" providerId="LiveId" clId="{04C48F45-3ADF-4C5D-8F72-6E9AFFDA5551}" dt="2026-08-19T22:39:21.942" v="40" actId="478"/>
          <ac:grpSpMkLst>
            <pc:docMk/>
            <pc:sldMk cId="248444687" sldId="303"/>
            <ac:grpSpMk id="12" creationId="{5C784754-0AC9-41DB-B156-F1EDA5ADCAE1}"/>
          </ac:grpSpMkLst>
        </pc:grpChg>
      </pc:sldChg>
      <pc:sldChg chg="delSp mod">
        <pc:chgData name="Zainal Che hassan" userId="4fd0af43aa7c823e" providerId="LiveId" clId="{04C48F45-3ADF-4C5D-8F72-6E9AFFDA5551}" dt="2026-08-19T22:39:23.737" v="41" actId="478"/>
        <pc:sldMkLst>
          <pc:docMk/>
          <pc:sldMk cId="245327053" sldId="304"/>
        </pc:sldMkLst>
        <pc:grpChg chg="del">
          <ac:chgData name="Zainal Che hassan" userId="4fd0af43aa7c823e" providerId="LiveId" clId="{04C48F45-3ADF-4C5D-8F72-6E9AFFDA5551}" dt="2026-08-19T22:39:23.737" v="41" actId="478"/>
          <ac:grpSpMkLst>
            <pc:docMk/>
            <pc:sldMk cId="245327053" sldId="304"/>
            <ac:grpSpMk id="12" creationId="{6DD6F684-F7BD-4A89-99DD-8DA6201CA5B2}"/>
          </ac:grpSpMkLst>
        </pc:grpChg>
      </pc:sldChg>
      <pc:sldChg chg="delSp mod">
        <pc:chgData name="Zainal Che hassan" userId="4fd0af43aa7c823e" providerId="LiveId" clId="{04C48F45-3ADF-4C5D-8F72-6E9AFFDA5551}" dt="2026-08-19T22:39:25.419" v="42" actId="478"/>
        <pc:sldMkLst>
          <pc:docMk/>
          <pc:sldMk cId="4084470686" sldId="305"/>
        </pc:sldMkLst>
        <pc:grpChg chg="del">
          <ac:chgData name="Zainal Che hassan" userId="4fd0af43aa7c823e" providerId="LiveId" clId="{04C48F45-3ADF-4C5D-8F72-6E9AFFDA5551}" dt="2026-08-19T22:39:25.419" v="42" actId="478"/>
          <ac:grpSpMkLst>
            <pc:docMk/>
            <pc:sldMk cId="4084470686" sldId="305"/>
            <ac:grpSpMk id="12" creationId="{27CF958C-77AB-41CF-BC0D-4882AF5D78B6}"/>
          </ac:grpSpMkLst>
        </pc:grpChg>
      </pc:sldChg>
      <pc:sldChg chg="delSp mod">
        <pc:chgData name="Zainal Che hassan" userId="4fd0af43aa7c823e" providerId="LiveId" clId="{04C48F45-3ADF-4C5D-8F72-6E9AFFDA5551}" dt="2026-08-19T22:39:26.692" v="43" actId="478"/>
        <pc:sldMkLst>
          <pc:docMk/>
          <pc:sldMk cId="4143367086" sldId="306"/>
        </pc:sldMkLst>
        <pc:grpChg chg="del">
          <ac:chgData name="Zainal Che hassan" userId="4fd0af43aa7c823e" providerId="LiveId" clId="{04C48F45-3ADF-4C5D-8F72-6E9AFFDA5551}" dt="2026-08-19T22:39:26.692" v="43" actId="478"/>
          <ac:grpSpMkLst>
            <pc:docMk/>
            <pc:sldMk cId="4143367086" sldId="306"/>
            <ac:grpSpMk id="12" creationId="{DFA24065-26EC-42A4-AE97-032B118B5552}"/>
          </ac:grpSpMkLst>
        </pc:grpChg>
      </pc:sldChg>
      <pc:sldChg chg="delSp mod">
        <pc:chgData name="Zainal Che hassan" userId="4fd0af43aa7c823e" providerId="LiveId" clId="{04C48F45-3ADF-4C5D-8F72-6E9AFFDA5551}" dt="2026-08-19T22:39:30.642" v="44" actId="478"/>
        <pc:sldMkLst>
          <pc:docMk/>
          <pc:sldMk cId="873267475" sldId="307"/>
        </pc:sldMkLst>
        <pc:spChg chg="del">
          <ac:chgData name="Zainal Che hassan" userId="4fd0af43aa7c823e" providerId="LiveId" clId="{04C48F45-3ADF-4C5D-8F72-6E9AFFDA5551}" dt="2026-08-19T22:39:30.642" v="44" actId="478"/>
          <ac:spMkLst>
            <pc:docMk/>
            <pc:sldMk cId="873267475" sldId="307"/>
            <ac:spMk id="8" creationId="{E8C14EAC-1050-F59E-C865-D1704B0682DC}"/>
          </ac:spMkLst>
        </pc:spChg>
        <pc:spChg chg="del">
          <ac:chgData name="Zainal Che hassan" userId="4fd0af43aa7c823e" providerId="LiveId" clId="{04C48F45-3ADF-4C5D-8F72-6E9AFFDA5551}" dt="2026-08-19T22:39:30.642" v="44" actId="478"/>
          <ac:spMkLst>
            <pc:docMk/>
            <pc:sldMk cId="873267475" sldId="307"/>
            <ac:spMk id="14" creationId="{F5F3143A-2E7C-2F83-9CF2-FA479EC7A421}"/>
          </ac:spMkLst>
        </pc:spChg>
        <pc:grpChg chg="del">
          <ac:chgData name="Zainal Che hassan" userId="4fd0af43aa7c823e" providerId="LiveId" clId="{04C48F45-3ADF-4C5D-8F72-6E9AFFDA5551}" dt="2026-08-19T22:39:30.642" v="44" actId="478"/>
          <ac:grpSpMkLst>
            <pc:docMk/>
            <pc:sldMk cId="873267475" sldId="307"/>
            <ac:grpSpMk id="12" creationId="{EE9F9960-E2EE-4606-BFF0-CB8870774E5D}"/>
          </ac:grpSpMkLst>
        </pc:grpChg>
      </pc:sldChg>
      <pc:sldChg chg="delSp modSp mod">
        <pc:chgData name="Zainal Che hassan" userId="4fd0af43aa7c823e" providerId="LiveId" clId="{04C48F45-3ADF-4C5D-8F72-6E9AFFDA5551}" dt="2026-08-19T22:39:41.367" v="49" actId="478"/>
        <pc:sldMkLst>
          <pc:docMk/>
          <pc:sldMk cId="2813970305" sldId="308"/>
        </pc:sldMkLst>
        <pc:spChg chg="del mod">
          <ac:chgData name="Zainal Che hassan" userId="4fd0af43aa7c823e" providerId="LiveId" clId="{04C48F45-3ADF-4C5D-8F72-6E9AFFDA5551}" dt="2026-08-19T22:39:40.123" v="48" actId="478"/>
          <ac:spMkLst>
            <pc:docMk/>
            <pc:sldMk cId="2813970305" sldId="308"/>
            <ac:spMk id="14" creationId="{6787C256-9D6E-7D45-567C-634B0305E7B5}"/>
          </ac:spMkLst>
        </pc:spChg>
        <pc:spChg chg="del">
          <ac:chgData name="Zainal Che hassan" userId="4fd0af43aa7c823e" providerId="LiveId" clId="{04C48F45-3ADF-4C5D-8F72-6E9AFFDA5551}" dt="2026-08-19T22:39:41.367" v="49" actId="478"/>
          <ac:spMkLst>
            <pc:docMk/>
            <pc:sldMk cId="2813970305" sldId="308"/>
            <ac:spMk id="17" creationId="{3F83A82A-3D30-3B7B-CB70-9604B73BD0E8}"/>
          </ac:spMkLst>
        </pc:spChg>
        <pc:grpChg chg="del">
          <ac:chgData name="Zainal Che hassan" userId="4fd0af43aa7c823e" providerId="LiveId" clId="{04C48F45-3ADF-4C5D-8F72-6E9AFFDA5551}" dt="2026-08-19T22:39:36.254" v="45" actId="478"/>
          <ac:grpSpMkLst>
            <pc:docMk/>
            <pc:sldMk cId="2813970305" sldId="308"/>
            <ac:grpSpMk id="12" creationId="{9668FA72-AD31-4952-AB68-8359E103D46B}"/>
          </ac:grpSpMkLst>
        </pc:grpChg>
      </pc:sldChg>
      <pc:sldChg chg="delSp mod">
        <pc:chgData name="Zainal Che hassan" userId="4fd0af43aa7c823e" providerId="LiveId" clId="{04C48F45-3ADF-4C5D-8F72-6E9AFFDA5551}" dt="2026-08-19T22:39:43.133" v="50" actId="478"/>
        <pc:sldMkLst>
          <pc:docMk/>
          <pc:sldMk cId="3049424082" sldId="309"/>
        </pc:sldMkLst>
        <pc:grpChg chg="del">
          <ac:chgData name="Zainal Che hassan" userId="4fd0af43aa7c823e" providerId="LiveId" clId="{04C48F45-3ADF-4C5D-8F72-6E9AFFDA5551}" dt="2026-08-19T22:39:43.133" v="50" actId="478"/>
          <ac:grpSpMkLst>
            <pc:docMk/>
            <pc:sldMk cId="3049424082" sldId="309"/>
            <ac:grpSpMk id="12" creationId="{55AA8F47-EB3E-41D0-9B35-896F11A7C867}"/>
          </ac:grpSpMkLst>
        </pc:grpChg>
      </pc:sldChg>
      <pc:sldChg chg="delSp mod">
        <pc:chgData name="Zainal Che hassan" userId="4fd0af43aa7c823e" providerId="LiveId" clId="{04C48F45-3ADF-4C5D-8F72-6E9AFFDA5551}" dt="2026-08-19T22:39:44.565" v="51" actId="478"/>
        <pc:sldMkLst>
          <pc:docMk/>
          <pc:sldMk cId="4066422301" sldId="310"/>
        </pc:sldMkLst>
        <pc:grpChg chg="del">
          <ac:chgData name="Zainal Che hassan" userId="4fd0af43aa7c823e" providerId="LiveId" clId="{04C48F45-3ADF-4C5D-8F72-6E9AFFDA5551}" dt="2026-08-19T22:39:44.565" v="51" actId="478"/>
          <ac:grpSpMkLst>
            <pc:docMk/>
            <pc:sldMk cId="4066422301" sldId="310"/>
            <ac:grpSpMk id="12" creationId="{33D5739E-C417-415E-859D-A6A4CBDB50AD}"/>
          </ac:grpSpMkLst>
        </pc:grpChg>
      </pc:sldChg>
      <pc:sldChg chg="delSp mod">
        <pc:chgData name="Zainal Che hassan" userId="4fd0af43aa7c823e" providerId="LiveId" clId="{04C48F45-3ADF-4C5D-8F72-6E9AFFDA5551}" dt="2026-08-19T22:39:45.529" v="52" actId="478"/>
        <pc:sldMkLst>
          <pc:docMk/>
          <pc:sldMk cId="3863906118" sldId="311"/>
        </pc:sldMkLst>
        <pc:picChg chg="del">
          <ac:chgData name="Zainal Che hassan" userId="4fd0af43aa7c823e" providerId="LiveId" clId="{04C48F45-3ADF-4C5D-8F72-6E9AFFDA5551}" dt="2026-08-19T22:39:45.529" v="52" actId="478"/>
          <ac:picMkLst>
            <pc:docMk/>
            <pc:sldMk cId="3863906118" sldId="311"/>
            <ac:picMk id="7" creationId="{6CF51998-AB35-4D33-8EA5-DE699BBA78E3}"/>
          </ac:picMkLst>
        </pc:picChg>
      </pc:sldChg>
      <pc:sldChg chg="delSp mod">
        <pc:chgData name="Zainal Che hassan" userId="4fd0af43aa7c823e" providerId="LiveId" clId="{04C48F45-3ADF-4C5D-8F72-6E9AFFDA5551}" dt="2026-08-19T22:39:49.122" v="53" actId="478"/>
        <pc:sldMkLst>
          <pc:docMk/>
          <pc:sldMk cId="2207299162" sldId="312"/>
        </pc:sldMkLst>
        <pc:spChg chg="del">
          <ac:chgData name="Zainal Che hassan" userId="4fd0af43aa7c823e" providerId="LiveId" clId="{04C48F45-3ADF-4C5D-8F72-6E9AFFDA5551}" dt="2026-08-19T22:39:49.122" v="53" actId="478"/>
          <ac:spMkLst>
            <pc:docMk/>
            <pc:sldMk cId="2207299162" sldId="312"/>
            <ac:spMk id="8" creationId="{EE0CE09F-E992-44B1-1A77-C2D4D558F5DF}"/>
          </ac:spMkLst>
        </pc:spChg>
        <pc:picChg chg="del">
          <ac:chgData name="Zainal Che hassan" userId="4fd0af43aa7c823e" providerId="LiveId" clId="{04C48F45-3ADF-4C5D-8F72-6E9AFFDA5551}" dt="2026-08-19T22:39:49.122" v="53" actId="478"/>
          <ac:picMkLst>
            <pc:docMk/>
            <pc:sldMk cId="2207299162" sldId="312"/>
            <ac:picMk id="7" creationId="{7E711C25-FDAC-40BC-90F5-415A57F48991}"/>
          </ac:picMkLst>
        </pc:picChg>
      </pc:sldChg>
      <pc:sldChg chg="delSp mod">
        <pc:chgData name="Zainal Che hassan" userId="4fd0af43aa7c823e" providerId="LiveId" clId="{04C48F45-3ADF-4C5D-8F72-6E9AFFDA5551}" dt="2026-08-19T22:39:53.134" v="55" actId="478"/>
        <pc:sldMkLst>
          <pc:docMk/>
          <pc:sldMk cId="2790201633" sldId="313"/>
        </pc:sldMkLst>
        <pc:picChg chg="del">
          <ac:chgData name="Zainal Che hassan" userId="4fd0af43aa7c823e" providerId="LiveId" clId="{04C48F45-3ADF-4C5D-8F72-6E9AFFDA5551}" dt="2026-08-19T22:39:52.562" v="54" actId="478"/>
          <ac:picMkLst>
            <pc:docMk/>
            <pc:sldMk cId="2790201633" sldId="313"/>
            <ac:picMk id="7" creationId="{AFFC4281-562D-44FE-89EB-0C77F1DECBD9}"/>
          </ac:picMkLst>
        </pc:picChg>
        <pc:picChg chg="del">
          <ac:chgData name="Zainal Che hassan" userId="4fd0af43aa7c823e" providerId="LiveId" clId="{04C48F45-3ADF-4C5D-8F72-6E9AFFDA5551}" dt="2026-08-19T22:39:53.134" v="55" actId="478"/>
          <ac:picMkLst>
            <pc:docMk/>
            <pc:sldMk cId="2790201633" sldId="313"/>
            <ac:picMk id="10" creationId="{80B01342-7143-4FCA-85AD-DF33A3FB3FD6}"/>
          </ac:picMkLst>
        </pc:picChg>
      </pc:sldChg>
      <pc:sldChg chg="delSp mod">
        <pc:chgData name="Zainal Che hassan" userId="4fd0af43aa7c823e" providerId="LiveId" clId="{04C48F45-3ADF-4C5D-8F72-6E9AFFDA5551}" dt="2026-08-19T22:39:59.604" v="58" actId="478"/>
        <pc:sldMkLst>
          <pc:docMk/>
          <pc:sldMk cId="2748461227" sldId="314"/>
        </pc:sldMkLst>
        <pc:spChg chg="del">
          <ac:chgData name="Zainal Che hassan" userId="4fd0af43aa7c823e" providerId="LiveId" clId="{04C48F45-3ADF-4C5D-8F72-6E9AFFDA5551}" dt="2026-08-19T22:39:56.525" v="57" actId="478"/>
          <ac:spMkLst>
            <pc:docMk/>
            <pc:sldMk cId="2748461227" sldId="314"/>
            <ac:spMk id="16" creationId="{7C0A2588-7C3E-1978-6893-44D70C571A78}"/>
          </ac:spMkLst>
        </pc:spChg>
        <pc:spChg chg="del">
          <ac:chgData name="Zainal Che hassan" userId="4fd0af43aa7c823e" providerId="LiveId" clId="{04C48F45-3ADF-4C5D-8F72-6E9AFFDA5551}" dt="2026-08-19T22:39:59.604" v="58" actId="478"/>
          <ac:spMkLst>
            <pc:docMk/>
            <pc:sldMk cId="2748461227" sldId="314"/>
            <ac:spMk id="19" creationId="{C616C3FF-B0D2-FC7A-5B8E-C26FE506FB99}"/>
          </ac:spMkLst>
        </pc:spChg>
        <pc:grpChg chg="del">
          <ac:chgData name="Zainal Che hassan" userId="4fd0af43aa7c823e" providerId="LiveId" clId="{04C48F45-3ADF-4C5D-8F72-6E9AFFDA5551}" dt="2026-08-19T22:39:55.051" v="56" actId="478"/>
          <ac:grpSpMkLst>
            <pc:docMk/>
            <pc:sldMk cId="2748461227" sldId="314"/>
            <ac:grpSpMk id="17" creationId="{48A5CF97-E19F-5896-8395-F1CB856440CD}"/>
          </ac:grpSpMkLst>
        </pc:grpChg>
      </pc:sldChg>
      <pc:sldChg chg="delSp mod">
        <pc:chgData name="Zainal Che hassan" userId="4fd0af43aa7c823e" providerId="LiveId" clId="{04C48F45-3ADF-4C5D-8F72-6E9AFFDA5551}" dt="2026-08-19T22:40:04.173" v="59" actId="478"/>
        <pc:sldMkLst>
          <pc:docMk/>
          <pc:sldMk cId="1865831746" sldId="315"/>
        </pc:sldMkLst>
        <pc:spChg chg="del">
          <ac:chgData name="Zainal Che hassan" userId="4fd0af43aa7c823e" providerId="LiveId" clId="{04C48F45-3ADF-4C5D-8F72-6E9AFFDA5551}" dt="2026-08-19T22:40:04.173" v="59" actId="478"/>
          <ac:spMkLst>
            <pc:docMk/>
            <pc:sldMk cId="1865831746" sldId="315"/>
            <ac:spMk id="20" creationId="{72FA8917-E2A8-C660-6283-F12C99D35400}"/>
          </ac:spMkLst>
        </pc:spChg>
        <pc:spChg chg="del">
          <ac:chgData name="Zainal Che hassan" userId="4fd0af43aa7c823e" providerId="LiveId" clId="{04C48F45-3ADF-4C5D-8F72-6E9AFFDA5551}" dt="2026-08-19T22:40:04.173" v="59" actId="478"/>
          <ac:spMkLst>
            <pc:docMk/>
            <pc:sldMk cId="1865831746" sldId="315"/>
            <ac:spMk id="22" creationId="{B211D14B-A56A-9A7F-912F-50B8F376392D}"/>
          </ac:spMkLst>
        </pc:spChg>
        <pc:grpChg chg="del">
          <ac:chgData name="Zainal Che hassan" userId="4fd0af43aa7c823e" providerId="LiveId" clId="{04C48F45-3ADF-4C5D-8F72-6E9AFFDA5551}" dt="2026-08-19T22:40:04.173" v="59" actId="478"/>
          <ac:grpSpMkLst>
            <pc:docMk/>
            <pc:sldMk cId="1865831746" sldId="315"/>
            <ac:grpSpMk id="18" creationId="{BF22B807-C5F8-7B6A-27B6-58203CAD5523}"/>
          </ac:grpSpMkLst>
        </pc:grpChg>
      </pc:sldChg>
      <pc:sldChg chg="delSp mod">
        <pc:chgData name="Zainal Che hassan" userId="4fd0af43aa7c823e" providerId="LiveId" clId="{04C48F45-3ADF-4C5D-8F72-6E9AFFDA5551}" dt="2026-08-19T22:40:09.788" v="60" actId="478"/>
        <pc:sldMkLst>
          <pc:docMk/>
          <pc:sldMk cId="2649287006" sldId="316"/>
        </pc:sldMkLst>
        <pc:grpChg chg="del">
          <ac:chgData name="Zainal Che hassan" userId="4fd0af43aa7c823e" providerId="LiveId" clId="{04C48F45-3ADF-4C5D-8F72-6E9AFFDA5551}" dt="2026-08-19T22:40:09.788" v="60" actId="478"/>
          <ac:grpSpMkLst>
            <pc:docMk/>
            <pc:sldMk cId="2649287006" sldId="316"/>
            <ac:grpSpMk id="21" creationId="{F77437C6-C64B-E54B-D640-5D350DB7A4C0}"/>
          </ac:grpSpMkLst>
        </pc:grpChg>
        <pc:grpChg chg="del">
          <ac:chgData name="Zainal Che hassan" userId="4fd0af43aa7c823e" providerId="LiveId" clId="{04C48F45-3ADF-4C5D-8F72-6E9AFFDA5551}" dt="2026-08-19T22:40:09.788" v="60" actId="478"/>
          <ac:grpSpMkLst>
            <pc:docMk/>
            <pc:sldMk cId="2649287006" sldId="316"/>
            <ac:grpSpMk id="26" creationId="{8D4E3B2E-C8FE-33D0-25A4-682C44F2515B}"/>
          </ac:grpSpMkLst>
        </pc:grpChg>
      </pc:sldChg>
      <pc:sldChg chg="delSp modSp mod">
        <pc:chgData name="Zainal Che hassan" userId="4fd0af43aa7c823e" providerId="LiveId" clId="{04C48F45-3ADF-4C5D-8F72-6E9AFFDA5551}" dt="2026-08-19T22:40:14.188" v="64" actId="478"/>
        <pc:sldMkLst>
          <pc:docMk/>
          <pc:sldMk cId="389632725" sldId="317"/>
        </pc:sldMkLst>
        <pc:spChg chg="mod">
          <ac:chgData name="Zainal Che hassan" userId="4fd0af43aa7c823e" providerId="LiveId" clId="{04C48F45-3ADF-4C5D-8F72-6E9AFFDA5551}" dt="2026-08-19T22:40:12.866" v="63" actId="20577"/>
          <ac:spMkLst>
            <pc:docMk/>
            <pc:sldMk cId="389632725" sldId="317"/>
            <ac:spMk id="16" creationId="{DE64326D-1DEF-E2C2-C811-CCC73EFC138F}"/>
          </ac:spMkLst>
        </pc:spChg>
        <pc:grpChg chg="del">
          <ac:chgData name="Zainal Che hassan" userId="4fd0af43aa7c823e" providerId="LiveId" clId="{04C48F45-3ADF-4C5D-8F72-6E9AFFDA5551}" dt="2026-08-19T22:40:11.666" v="61" actId="478"/>
          <ac:grpSpMkLst>
            <pc:docMk/>
            <pc:sldMk cId="389632725" sldId="317"/>
            <ac:grpSpMk id="12" creationId="{4901EF11-D3A2-5DAB-DC96-399B70719312}"/>
          </ac:grpSpMkLst>
        </pc:grpChg>
        <pc:grpChg chg="del">
          <ac:chgData name="Zainal Che hassan" userId="4fd0af43aa7c823e" providerId="LiveId" clId="{04C48F45-3ADF-4C5D-8F72-6E9AFFDA5551}" dt="2026-08-19T22:40:14.188" v="64" actId="478"/>
          <ac:grpSpMkLst>
            <pc:docMk/>
            <pc:sldMk cId="389632725" sldId="317"/>
            <ac:grpSpMk id="13" creationId="{58505FA3-7762-7062-B048-4DFDBBD7AB99}"/>
          </ac:grpSpMkLst>
        </pc:grpChg>
      </pc:sldChg>
      <pc:sldChg chg="delSp mod">
        <pc:chgData name="Zainal Che hassan" userId="4fd0af43aa7c823e" providerId="LiveId" clId="{04C48F45-3ADF-4C5D-8F72-6E9AFFDA5551}" dt="2026-08-19T22:40:18.371" v="66" actId="478"/>
        <pc:sldMkLst>
          <pc:docMk/>
          <pc:sldMk cId="1169974734" sldId="318"/>
        </pc:sldMkLst>
        <pc:grpChg chg="del">
          <ac:chgData name="Zainal Che hassan" userId="4fd0af43aa7c823e" providerId="LiveId" clId="{04C48F45-3ADF-4C5D-8F72-6E9AFFDA5551}" dt="2026-08-19T22:40:18.371" v="66" actId="478"/>
          <ac:grpSpMkLst>
            <pc:docMk/>
            <pc:sldMk cId="1169974734" sldId="318"/>
            <ac:grpSpMk id="12" creationId="{905A82A0-126C-E552-4FB1-E5369B7B93C5}"/>
          </ac:grpSpMkLst>
        </pc:grpChg>
        <pc:grpChg chg="del">
          <ac:chgData name="Zainal Che hassan" userId="4fd0af43aa7c823e" providerId="LiveId" clId="{04C48F45-3ADF-4C5D-8F72-6E9AFFDA5551}" dt="2026-08-19T22:40:17.929" v="65" actId="478"/>
          <ac:grpSpMkLst>
            <pc:docMk/>
            <pc:sldMk cId="1169974734" sldId="318"/>
            <ac:grpSpMk id="17" creationId="{C0B0A083-5631-2BF1-1A1B-FC420CF6DF5A}"/>
          </ac:grpSpMkLst>
        </pc:grpChg>
      </pc:sldChg>
      <pc:sldChg chg="delSp mod">
        <pc:chgData name="Zainal Che hassan" userId="4fd0af43aa7c823e" providerId="LiveId" clId="{04C48F45-3ADF-4C5D-8F72-6E9AFFDA5551}" dt="2026-08-19T22:40:26.595" v="71" actId="478"/>
        <pc:sldMkLst>
          <pc:docMk/>
          <pc:sldMk cId="4102347604" sldId="319"/>
        </pc:sldMkLst>
        <pc:grpChg chg="del">
          <ac:chgData name="Zainal Che hassan" userId="4fd0af43aa7c823e" providerId="LiveId" clId="{04C48F45-3ADF-4C5D-8F72-6E9AFFDA5551}" dt="2026-08-19T22:40:26.595" v="71" actId="478"/>
          <ac:grpSpMkLst>
            <pc:docMk/>
            <pc:sldMk cId="4102347604" sldId="319"/>
            <ac:grpSpMk id="17" creationId="{B1D9D1EC-64AB-10BA-451E-2BCD21360C86}"/>
          </ac:grpSpMkLst>
        </pc:grpChg>
        <pc:grpChg chg="del">
          <ac:chgData name="Zainal Che hassan" userId="4fd0af43aa7c823e" providerId="LiveId" clId="{04C48F45-3ADF-4C5D-8F72-6E9AFFDA5551}" dt="2026-08-19T22:40:26.595" v="71" actId="478"/>
          <ac:grpSpMkLst>
            <pc:docMk/>
            <pc:sldMk cId="4102347604" sldId="319"/>
            <ac:grpSpMk id="18" creationId="{488B0E8D-341D-830E-C4D3-28A0385732B8}"/>
          </ac:grpSpMkLst>
        </pc:grpChg>
      </pc:sldChg>
      <pc:sldChg chg="delSp modSp mod">
        <pc:chgData name="Zainal Che hassan" userId="4fd0af43aa7c823e" providerId="LiveId" clId="{04C48F45-3ADF-4C5D-8F72-6E9AFFDA5551}" dt="2026-08-19T22:40:32.177" v="80" actId="478"/>
        <pc:sldMkLst>
          <pc:docMk/>
          <pc:sldMk cId="3459632457" sldId="320"/>
        </pc:sldMkLst>
        <pc:spChg chg="mod">
          <ac:chgData name="Zainal Che hassan" userId="4fd0af43aa7c823e" providerId="LiveId" clId="{04C48F45-3ADF-4C5D-8F72-6E9AFFDA5551}" dt="2026-08-19T22:40:29.674" v="79" actId="20577"/>
          <ac:spMkLst>
            <pc:docMk/>
            <pc:sldMk cId="3459632457" sldId="320"/>
            <ac:spMk id="18" creationId="{1567E285-D239-9E07-38F4-CAC4E376DC7C}"/>
          </ac:spMkLst>
        </pc:spChg>
        <pc:grpChg chg="del">
          <ac:chgData name="Zainal Che hassan" userId="4fd0af43aa7c823e" providerId="LiveId" clId="{04C48F45-3ADF-4C5D-8F72-6E9AFFDA5551}" dt="2026-08-19T22:40:32.177" v="80" actId="478"/>
          <ac:grpSpMkLst>
            <pc:docMk/>
            <pc:sldMk cId="3459632457" sldId="320"/>
            <ac:grpSpMk id="12" creationId="{CB6DD11C-CA4E-11D7-1179-534FDFBA8942}"/>
          </ac:grpSpMkLst>
        </pc:grpChg>
        <pc:grpChg chg="del">
          <ac:chgData name="Zainal Che hassan" userId="4fd0af43aa7c823e" providerId="LiveId" clId="{04C48F45-3ADF-4C5D-8F72-6E9AFFDA5551}" dt="2026-08-19T22:40:32.177" v="80" actId="478"/>
          <ac:grpSpMkLst>
            <pc:docMk/>
            <pc:sldMk cId="3459632457" sldId="320"/>
            <ac:grpSpMk id="17" creationId="{F4FC9C0E-49DA-5E1A-2C1E-A42ACAD388E3}"/>
          </ac:grpSpMkLst>
        </pc:grpChg>
      </pc:sldChg>
      <pc:sldChg chg="delSp mod">
        <pc:chgData name="Zainal Che hassan" userId="4fd0af43aa7c823e" providerId="LiveId" clId="{04C48F45-3ADF-4C5D-8F72-6E9AFFDA5551}" dt="2026-08-19T22:40:38.256" v="81" actId="478"/>
        <pc:sldMkLst>
          <pc:docMk/>
          <pc:sldMk cId="3176309599" sldId="321"/>
        </pc:sldMkLst>
        <pc:grpChg chg="del">
          <ac:chgData name="Zainal Che hassan" userId="4fd0af43aa7c823e" providerId="LiveId" clId="{04C48F45-3ADF-4C5D-8F72-6E9AFFDA5551}" dt="2026-08-19T22:40:38.256" v="81" actId="478"/>
          <ac:grpSpMkLst>
            <pc:docMk/>
            <pc:sldMk cId="3176309599" sldId="321"/>
            <ac:grpSpMk id="12" creationId="{3CF9050E-E932-CB83-169F-3C85B6B5EB2E}"/>
          </ac:grpSpMkLst>
        </pc:grpChg>
        <pc:grpChg chg="del">
          <ac:chgData name="Zainal Che hassan" userId="4fd0af43aa7c823e" providerId="LiveId" clId="{04C48F45-3ADF-4C5D-8F72-6E9AFFDA5551}" dt="2026-08-19T22:40:38.256" v="81" actId="478"/>
          <ac:grpSpMkLst>
            <pc:docMk/>
            <pc:sldMk cId="3176309599" sldId="321"/>
            <ac:grpSpMk id="13" creationId="{E5514D30-2AF1-4429-6894-E710CADDE58B}"/>
          </ac:grpSpMkLst>
        </pc:grpChg>
      </pc:sldChg>
      <pc:sldChg chg="delSp mod">
        <pc:chgData name="Zainal Che hassan" userId="4fd0af43aa7c823e" providerId="LiveId" clId="{04C48F45-3ADF-4C5D-8F72-6E9AFFDA5551}" dt="2026-08-19T22:40:42.624" v="82" actId="478"/>
        <pc:sldMkLst>
          <pc:docMk/>
          <pc:sldMk cId="224015597" sldId="322"/>
        </pc:sldMkLst>
        <pc:grpChg chg="del">
          <ac:chgData name="Zainal Che hassan" userId="4fd0af43aa7c823e" providerId="LiveId" clId="{04C48F45-3ADF-4C5D-8F72-6E9AFFDA5551}" dt="2026-08-19T22:40:42.624" v="82" actId="478"/>
          <ac:grpSpMkLst>
            <pc:docMk/>
            <pc:sldMk cId="224015597" sldId="322"/>
            <ac:grpSpMk id="12" creationId="{BF355E14-1A5C-9A3A-77AF-ACFAFA6104D5}"/>
          </ac:grpSpMkLst>
        </pc:grpChg>
        <pc:grpChg chg="del">
          <ac:chgData name="Zainal Che hassan" userId="4fd0af43aa7c823e" providerId="LiveId" clId="{04C48F45-3ADF-4C5D-8F72-6E9AFFDA5551}" dt="2026-08-19T22:40:42.624" v="82" actId="478"/>
          <ac:grpSpMkLst>
            <pc:docMk/>
            <pc:sldMk cId="224015597" sldId="322"/>
            <ac:grpSpMk id="13" creationId="{F9591995-144B-FC1B-ACA9-9BECDB85470D}"/>
          </ac:grpSpMkLst>
        </pc:grpChg>
      </pc:sldChg>
      <pc:sldChg chg="delSp mod">
        <pc:chgData name="Zainal Che hassan" userId="4fd0af43aa7c823e" providerId="LiveId" clId="{04C48F45-3ADF-4C5D-8F72-6E9AFFDA5551}" dt="2026-08-19T22:40:46.186" v="83" actId="478"/>
        <pc:sldMkLst>
          <pc:docMk/>
          <pc:sldMk cId="286868291" sldId="323"/>
        </pc:sldMkLst>
        <pc:grpChg chg="del">
          <ac:chgData name="Zainal Che hassan" userId="4fd0af43aa7c823e" providerId="LiveId" clId="{04C48F45-3ADF-4C5D-8F72-6E9AFFDA5551}" dt="2026-08-19T22:40:46.186" v="83" actId="478"/>
          <ac:grpSpMkLst>
            <pc:docMk/>
            <pc:sldMk cId="286868291" sldId="323"/>
            <ac:grpSpMk id="12" creationId="{6433AB0D-4697-2FE4-D817-1281E151AA47}"/>
          </ac:grpSpMkLst>
        </pc:grpChg>
        <pc:grpChg chg="del">
          <ac:chgData name="Zainal Che hassan" userId="4fd0af43aa7c823e" providerId="LiveId" clId="{04C48F45-3ADF-4C5D-8F72-6E9AFFDA5551}" dt="2026-08-19T22:40:46.186" v="83" actId="478"/>
          <ac:grpSpMkLst>
            <pc:docMk/>
            <pc:sldMk cId="286868291" sldId="323"/>
            <ac:grpSpMk id="13" creationId="{F20C2E24-776C-DC7E-83B7-91F76E9A9A99}"/>
          </ac:grpSpMkLst>
        </pc:grpChg>
      </pc:sldChg>
      <pc:sldChg chg="delSp mod">
        <pc:chgData name="Zainal Che hassan" userId="4fd0af43aa7c823e" providerId="LiveId" clId="{04C48F45-3ADF-4C5D-8F72-6E9AFFDA5551}" dt="2026-08-19T22:40:49.676" v="84" actId="478"/>
        <pc:sldMkLst>
          <pc:docMk/>
          <pc:sldMk cId="598019908" sldId="324"/>
        </pc:sldMkLst>
        <pc:grpChg chg="del">
          <ac:chgData name="Zainal Che hassan" userId="4fd0af43aa7c823e" providerId="LiveId" clId="{04C48F45-3ADF-4C5D-8F72-6E9AFFDA5551}" dt="2026-08-19T22:40:49.676" v="84" actId="478"/>
          <ac:grpSpMkLst>
            <pc:docMk/>
            <pc:sldMk cId="598019908" sldId="324"/>
            <ac:grpSpMk id="12" creationId="{76A22819-E7B5-8359-590C-B15B3FF90117}"/>
          </ac:grpSpMkLst>
        </pc:grpChg>
        <pc:grpChg chg="del">
          <ac:chgData name="Zainal Che hassan" userId="4fd0af43aa7c823e" providerId="LiveId" clId="{04C48F45-3ADF-4C5D-8F72-6E9AFFDA5551}" dt="2026-08-19T22:40:49.676" v="84" actId="478"/>
          <ac:grpSpMkLst>
            <pc:docMk/>
            <pc:sldMk cId="598019908" sldId="324"/>
            <ac:grpSpMk id="13" creationId="{AB8A2867-0457-C08C-C18A-D1FB24356971}"/>
          </ac:grpSpMkLst>
        </pc:grpChg>
      </pc:sldChg>
      <pc:sldChg chg="delSp mod">
        <pc:chgData name="Zainal Che hassan" userId="4fd0af43aa7c823e" providerId="LiveId" clId="{04C48F45-3ADF-4C5D-8F72-6E9AFFDA5551}" dt="2026-08-19T22:40:53.118" v="85" actId="478"/>
        <pc:sldMkLst>
          <pc:docMk/>
          <pc:sldMk cId="1510558884" sldId="325"/>
        </pc:sldMkLst>
        <pc:grpChg chg="del">
          <ac:chgData name="Zainal Che hassan" userId="4fd0af43aa7c823e" providerId="LiveId" clId="{04C48F45-3ADF-4C5D-8F72-6E9AFFDA5551}" dt="2026-08-19T22:40:53.118" v="85" actId="478"/>
          <ac:grpSpMkLst>
            <pc:docMk/>
            <pc:sldMk cId="1510558884" sldId="325"/>
            <ac:grpSpMk id="12" creationId="{E3503FDB-CBC8-F928-759F-F0D0B9EB9A52}"/>
          </ac:grpSpMkLst>
        </pc:grpChg>
        <pc:grpChg chg="del">
          <ac:chgData name="Zainal Che hassan" userId="4fd0af43aa7c823e" providerId="LiveId" clId="{04C48F45-3ADF-4C5D-8F72-6E9AFFDA5551}" dt="2026-08-19T22:40:53.118" v="85" actId="478"/>
          <ac:grpSpMkLst>
            <pc:docMk/>
            <pc:sldMk cId="1510558884" sldId="325"/>
            <ac:grpSpMk id="13" creationId="{EE829A06-38A5-20C8-AE2E-8F006ECC08A7}"/>
          </ac:grpSpMkLst>
        </pc:grpChg>
      </pc:sldChg>
      <pc:sldChg chg="delSp mod">
        <pc:chgData name="Zainal Che hassan" userId="4fd0af43aa7c823e" providerId="LiveId" clId="{04C48F45-3ADF-4C5D-8F72-6E9AFFDA5551}" dt="2026-08-19T22:41:18.347" v="90" actId="478"/>
        <pc:sldMkLst>
          <pc:docMk/>
          <pc:sldMk cId="3517465990" sldId="328"/>
        </pc:sldMkLst>
        <pc:grpChg chg="del">
          <ac:chgData name="Zainal Che hassan" userId="4fd0af43aa7c823e" providerId="LiveId" clId="{04C48F45-3ADF-4C5D-8F72-6E9AFFDA5551}" dt="2026-08-19T22:41:18.347" v="90" actId="478"/>
          <ac:grpSpMkLst>
            <pc:docMk/>
            <pc:sldMk cId="3517465990" sldId="328"/>
            <ac:grpSpMk id="12" creationId="{2DF7FA80-277D-8F0B-407C-566DD6376211}"/>
          </ac:grpSpMkLst>
        </pc:grpChg>
        <pc:grpChg chg="del">
          <ac:chgData name="Zainal Che hassan" userId="4fd0af43aa7c823e" providerId="LiveId" clId="{04C48F45-3ADF-4C5D-8F72-6E9AFFDA5551}" dt="2026-08-19T22:41:18.347" v="90" actId="478"/>
          <ac:grpSpMkLst>
            <pc:docMk/>
            <pc:sldMk cId="3517465990" sldId="328"/>
            <ac:grpSpMk id="13" creationId="{7983B3F7-F270-2158-59BF-5170EF014A21}"/>
          </ac:grpSpMkLst>
        </pc:grpChg>
      </pc:sldChg>
      <pc:sldChg chg="delSp mod">
        <pc:chgData name="Zainal Che hassan" userId="4fd0af43aa7c823e" providerId="LiveId" clId="{04C48F45-3ADF-4C5D-8F72-6E9AFFDA5551}" dt="2026-08-19T22:41:21.514" v="91" actId="478"/>
        <pc:sldMkLst>
          <pc:docMk/>
          <pc:sldMk cId="1553168215" sldId="329"/>
        </pc:sldMkLst>
        <pc:grpChg chg="del">
          <ac:chgData name="Zainal Che hassan" userId="4fd0af43aa7c823e" providerId="LiveId" clId="{04C48F45-3ADF-4C5D-8F72-6E9AFFDA5551}" dt="2026-08-19T22:41:21.514" v="91" actId="478"/>
          <ac:grpSpMkLst>
            <pc:docMk/>
            <pc:sldMk cId="1553168215" sldId="329"/>
            <ac:grpSpMk id="3" creationId="{5FB4975F-4235-1C5E-1549-DDC010D2A563}"/>
          </ac:grpSpMkLst>
        </pc:grpChg>
        <pc:grpChg chg="del">
          <ac:chgData name="Zainal Che hassan" userId="4fd0af43aa7c823e" providerId="LiveId" clId="{04C48F45-3ADF-4C5D-8F72-6E9AFFDA5551}" dt="2026-08-19T22:41:21.514" v="91" actId="478"/>
          <ac:grpSpMkLst>
            <pc:docMk/>
            <pc:sldMk cId="1553168215" sldId="329"/>
            <ac:grpSpMk id="12" creationId="{6964CE87-0C72-B716-94F9-E363DDF9A713}"/>
          </ac:grpSpMkLst>
        </pc:grpChg>
      </pc:sldChg>
      <pc:sldChg chg="delSp mod">
        <pc:chgData name="Zainal Che hassan" userId="4fd0af43aa7c823e" providerId="LiveId" clId="{04C48F45-3ADF-4C5D-8F72-6E9AFFDA5551}" dt="2026-08-19T22:41:25.527" v="92" actId="478"/>
        <pc:sldMkLst>
          <pc:docMk/>
          <pc:sldMk cId="819070895" sldId="330"/>
        </pc:sldMkLst>
        <pc:grpChg chg="del">
          <ac:chgData name="Zainal Che hassan" userId="4fd0af43aa7c823e" providerId="LiveId" clId="{04C48F45-3ADF-4C5D-8F72-6E9AFFDA5551}" dt="2026-08-19T22:41:25.527" v="92" actId="478"/>
          <ac:grpSpMkLst>
            <pc:docMk/>
            <pc:sldMk cId="819070895" sldId="330"/>
            <ac:grpSpMk id="3" creationId="{61C55484-C80D-2E1C-E55B-2BBC246B5B16}"/>
          </ac:grpSpMkLst>
        </pc:grpChg>
        <pc:grpChg chg="del">
          <ac:chgData name="Zainal Che hassan" userId="4fd0af43aa7c823e" providerId="LiveId" clId="{04C48F45-3ADF-4C5D-8F72-6E9AFFDA5551}" dt="2026-08-19T22:41:25.527" v="92" actId="478"/>
          <ac:grpSpMkLst>
            <pc:docMk/>
            <pc:sldMk cId="819070895" sldId="330"/>
            <ac:grpSpMk id="12" creationId="{1450192A-BB47-F30D-1E01-A15274C99C2B}"/>
          </ac:grpSpMkLst>
        </pc:grpChg>
      </pc:sldChg>
      <pc:sldChg chg="delSp mod">
        <pc:chgData name="Zainal Che hassan" userId="4fd0af43aa7c823e" providerId="LiveId" clId="{04C48F45-3ADF-4C5D-8F72-6E9AFFDA5551}" dt="2026-08-19T22:41:30.118" v="93" actId="478"/>
        <pc:sldMkLst>
          <pc:docMk/>
          <pc:sldMk cId="2688410376" sldId="331"/>
        </pc:sldMkLst>
        <pc:grpChg chg="del">
          <ac:chgData name="Zainal Che hassan" userId="4fd0af43aa7c823e" providerId="LiveId" clId="{04C48F45-3ADF-4C5D-8F72-6E9AFFDA5551}" dt="2026-08-19T22:41:30.118" v="93" actId="478"/>
          <ac:grpSpMkLst>
            <pc:docMk/>
            <pc:sldMk cId="2688410376" sldId="331"/>
            <ac:grpSpMk id="12" creationId="{347ED0ED-5E38-69FD-2A62-A9C8D118FBA4}"/>
          </ac:grpSpMkLst>
        </pc:grpChg>
        <pc:grpChg chg="del">
          <ac:chgData name="Zainal Che hassan" userId="4fd0af43aa7c823e" providerId="LiveId" clId="{04C48F45-3ADF-4C5D-8F72-6E9AFFDA5551}" dt="2026-08-19T22:41:30.118" v="93" actId="478"/>
          <ac:grpSpMkLst>
            <pc:docMk/>
            <pc:sldMk cId="2688410376" sldId="331"/>
            <ac:grpSpMk id="13" creationId="{D98A3E5A-7754-3BC0-B8E8-0DE7BC732F7D}"/>
          </ac:grpSpMkLst>
        </pc:grpChg>
      </pc:sldChg>
      <pc:sldChg chg="delSp mod">
        <pc:chgData name="Zainal Che hassan" userId="4fd0af43aa7c823e" providerId="LiveId" clId="{04C48F45-3ADF-4C5D-8F72-6E9AFFDA5551}" dt="2026-08-19T22:41:36.092" v="95" actId="478"/>
        <pc:sldMkLst>
          <pc:docMk/>
          <pc:sldMk cId="2827990230" sldId="332"/>
        </pc:sldMkLst>
        <pc:grpChg chg="del">
          <ac:chgData name="Zainal Che hassan" userId="4fd0af43aa7c823e" providerId="LiveId" clId="{04C48F45-3ADF-4C5D-8F72-6E9AFFDA5551}" dt="2026-08-19T22:41:36.092" v="95" actId="478"/>
          <ac:grpSpMkLst>
            <pc:docMk/>
            <pc:sldMk cId="2827990230" sldId="332"/>
            <ac:grpSpMk id="12" creationId="{97AEA2EA-E4D0-8588-7634-656AFFFCD985}"/>
          </ac:grpSpMkLst>
        </pc:grpChg>
        <pc:grpChg chg="del">
          <ac:chgData name="Zainal Che hassan" userId="4fd0af43aa7c823e" providerId="LiveId" clId="{04C48F45-3ADF-4C5D-8F72-6E9AFFDA5551}" dt="2026-08-19T22:41:32.979" v="94" actId="478"/>
          <ac:grpSpMkLst>
            <pc:docMk/>
            <pc:sldMk cId="2827990230" sldId="332"/>
            <ac:grpSpMk id="13" creationId="{145D1B14-7C45-1F36-DDE4-475448524CF6}"/>
          </ac:grpSpMkLst>
        </pc:grpChg>
        <pc:grpChg chg="del">
          <ac:chgData name="Zainal Che hassan" userId="4fd0af43aa7c823e" providerId="LiveId" clId="{04C48F45-3ADF-4C5D-8F72-6E9AFFDA5551}" dt="2026-08-19T22:41:32.979" v="94" actId="478"/>
          <ac:grpSpMkLst>
            <pc:docMk/>
            <pc:sldMk cId="2827990230" sldId="332"/>
            <ac:grpSpMk id="17" creationId="{039D72AE-0BF7-63B8-1EAB-55A6E6236030}"/>
          </ac:grpSpMkLst>
        </pc:grpChg>
      </pc:sldChg>
      <pc:sldChg chg="delSp mod">
        <pc:chgData name="Zainal Che hassan" userId="4fd0af43aa7c823e" providerId="LiveId" clId="{04C48F45-3ADF-4C5D-8F72-6E9AFFDA5551}" dt="2026-08-19T22:41:45.295" v="97" actId="478"/>
        <pc:sldMkLst>
          <pc:docMk/>
          <pc:sldMk cId="2304985858" sldId="333"/>
        </pc:sldMkLst>
        <pc:grpChg chg="del">
          <ac:chgData name="Zainal Che hassan" userId="4fd0af43aa7c823e" providerId="LiveId" clId="{04C48F45-3ADF-4C5D-8F72-6E9AFFDA5551}" dt="2026-08-19T22:41:44.454" v="96" actId="478"/>
          <ac:grpSpMkLst>
            <pc:docMk/>
            <pc:sldMk cId="2304985858" sldId="333"/>
            <ac:grpSpMk id="3" creationId="{508D3D8B-5CE5-B5C9-CEEA-DA19416A06D4}"/>
          </ac:grpSpMkLst>
        </pc:grpChg>
        <pc:grpChg chg="del">
          <ac:chgData name="Zainal Che hassan" userId="4fd0af43aa7c823e" providerId="LiveId" clId="{04C48F45-3ADF-4C5D-8F72-6E9AFFDA5551}" dt="2026-08-19T22:41:44.454" v="96" actId="478"/>
          <ac:grpSpMkLst>
            <pc:docMk/>
            <pc:sldMk cId="2304985858" sldId="333"/>
            <ac:grpSpMk id="13" creationId="{3304BAE1-B36D-2ECB-E066-977F69466241}"/>
          </ac:grpSpMkLst>
        </pc:grpChg>
        <pc:grpChg chg="del">
          <ac:chgData name="Zainal Che hassan" userId="4fd0af43aa7c823e" providerId="LiveId" clId="{04C48F45-3ADF-4C5D-8F72-6E9AFFDA5551}" dt="2026-08-19T22:41:45.295" v="97" actId="478"/>
          <ac:grpSpMkLst>
            <pc:docMk/>
            <pc:sldMk cId="2304985858" sldId="333"/>
            <ac:grpSpMk id="21" creationId="{34D79D6E-E664-E5B1-7415-AD5D752D6D33}"/>
          </ac:grpSpMkLst>
        </pc:grpChg>
      </pc:sldChg>
      <pc:sldChg chg="delSp mod">
        <pc:chgData name="Zainal Che hassan" userId="4fd0af43aa7c823e" providerId="LiveId" clId="{04C48F45-3ADF-4C5D-8F72-6E9AFFDA5551}" dt="2026-08-19T22:42:03.623" v="104" actId="478"/>
        <pc:sldMkLst>
          <pc:docMk/>
          <pc:sldMk cId="346230767" sldId="335"/>
        </pc:sldMkLst>
        <pc:grpChg chg="del">
          <ac:chgData name="Zainal Che hassan" userId="4fd0af43aa7c823e" providerId="LiveId" clId="{04C48F45-3ADF-4C5D-8F72-6E9AFFDA5551}" dt="2026-08-19T22:42:03.623" v="104" actId="478"/>
          <ac:grpSpMkLst>
            <pc:docMk/>
            <pc:sldMk cId="346230767" sldId="335"/>
            <ac:grpSpMk id="3" creationId="{4E4AACAA-6B32-93FB-EEA5-D044E1C128C2}"/>
          </ac:grpSpMkLst>
        </pc:grpChg>
        <pc:grpChg chg="del">
          <ac:chgData name="Zainal Che hassan" userId="4fd0af43aa7c823e" providerId="LiveId" clId="{04C48F45-3ADF-4C5D-8F72-6E9AFFDA5551}" dt="2026-08-19T22:42:03.623" v="104" actId="478"/>
          <ac:grpSpMkLst>
            <pc:docMk/>
            <pc:sldMk cId="346230767" sldId="335"/>
            <ac:grpSpMk id="12" creationId="{DCF2ACAC-E557-ACB0-1A87-5DA65D236586}"/>
          </ac:grpSpMkLst>
        </pc:grpChg>
      </pc:sldChg>
      <pc:sldChg chg="delSp mod">
        <pc:chgData name="Zainal Che hassan" userId="4fd0af43aa7c823e" providerId="LiveId" clId="{04C48F45-3ADF-4C5D-8F72-6E9AFFDA5551}" dt="2026-08-19T22:42:07.257" v="106" actId="478"/>
        <pc:sldMkLst>
          <pc:docMk/>
          <pc:sldMk cId="849868624" sldId="336"/>
        </pc:sldMkLst>
        <pc:grpChg chg="del">
          <ac:chgData name="Zainal Che hassan" userId="4fd0af43aa7c823e" providerId="LiveId" clId="{04C48F45-3ADF-4C5D-8F72-6E9AFFDA5551}" dt="2026-08-19T22:42:06.018" v="105" actId="478"/>
          <ac:grpSpMkLst>
            <pc:docMk/>
            <pc:sldMk cId="849868624" sldId="336"/>
            <ac:grpSpMk id="12" creationId="{70D68C0E-41A2-A108-174D-196CE0F397DC}"/>
          </ac:grpSpMkLst>
        </pc:grpChg>
        <pc:grpChg chg="del">
          <ac:chgData name="Zainal Che hassan" userId="4fd0af43aa7c823e" providerId="LiveId" clId="{04C48F45-3ADF-4C5D-8F72-6E9AFFDA5551}" dt="2026-08-19T22:42:07.257" v="106" actId="478"/>
          <ac:grpSpMkLst>
            <pc:docMk/>
            <pc:sldMk cId="849868624" sldId="336"/>
            <ac:grpSpMk id="13" creationId="{6811F488-BAC5-B0C7-B246-EA5201EEB46D}"/>
          </ac:grpSpMkLst>
        </pc:grpChg>
      </pc:sldChg>
      <pc:sldChg chg="delSp mod">
        <pc:chgData name="Zainal Che hassan" userId="4fd0af43aa7c823e" providerId="LiveId" clId="{04C48F45-3ADF-4C5D-8F72-6E9AFFDA5551}" dt="2026-08-19T22:42:10.867" v="108" actId="478"/>
        <pc:sldMkLst>
          <pc:docMk/>
          <pc:sldMk cId="2767438589" sldId="337"/>
        </pc:sldMkLst>
        <pc:grpChg chg="del">
          <ac:chgData name="Zainal Che hassan" userId="4fd0af43aa7c823e" providerId="LiveId" clId="{04C48F45-3ADF-4C5D-8F72-6E9AFFDA5551}" dt="2026-08-19T22:42:10.867" v="108" actId="478"/>
          <ac:grpSpMkLst>
            <pc:docMk/>
            <pc:sldMk cId="2767438589" sldId="337"/>
            <ac:grpSpMk id="3" creationId="{B5C052C4-4D8D-5D3C-E6CC-6C0D8EF473FD}"/>
          </ac:grpSpMkLst>
        </pc:grpChg>
        <pc:grpChg chg="del">
          <ac:chgData name="Zainal Che hassan" userId="4fd0af43aa7c823e" providerId="LiveId" clId="{04C48F45-3ADF-4C5D-8F72-6E9AFFDA5551}" dt="2026-08-19T22:42:09.059" v="107" actId="478"/>
          <ac:grpSpMkLst>
            <pc:docMk/>
            <pc:sldMk cId="2767438589" sldId="337"/>
            <ac:grpSpMk id="12" creationId="{1105DE08-DDA7-4DC2-896A-21604868AD4E}"/>
          </ac:grpSpMkLst>
        </pc:grpChg>
      </pc:sldChg>
      <pc:sldChg chg="delSp mod">
        <pc:chgData name="Zainal Che hassan" userId="4fd0af43aa7c823e" providerId="LiveId" clId="{04C48F45-3ADF-4C5D-8F72-6E9AFFDA5551}" dt="2026-08-19T22:42:13.862" v="110" actId="478"/>
        <pc:sldMkLst>
          <pc:docMk/>
          <pc:sldMk cId="2334098124" sldId="338"/>
        </pc:sldMkLst>
        <pc:grpChg chg="del">
          <ac:chgData name="Zainal Che hassan" userId="4fd0af43aa7c823e" providerId="LiveId" clId="{04C48F45-3ADF-4C5D-8F72-6E9AFFDA5551}" dt="2026-08-19T22:42:13.862" v="110" actId="478"/>
          <ac:grpSpMkLst>
            <pc:docMk/>
            <pc:sldMk cId="2334098124" sldId="338"/>
            <ac:grpSpMk id="3" creationId="{F8DA2646-7038-85B1-4DAE-0CC4EFD9ABA2}"/>
          </ac:grpSpMkLst>
        </pc:grpChg>
        <pc:grpChg chg="del">
          <ac:chgData name="Zainal Che hassan" userId="4fd0af43aa7c823e" providerId="LiveId" clId="{04C48F45-3ADF-4C5D-8F72-6E9AFFDA5551}" dt="2026-08-19T22:42:12.641" v="109" actId="478"/>
          <ac:grpSpMkLst>
            <pc:docMk/>
            <pc:sldMk cId="2334098124" sldId="338"/>
            <ac:grpSpMk id="12" creationId="{CC794B1D-6161-06FF-D46E-80EB303AC97B}"/>
          </ac:grpSpMkLst>
        </pc:grpChg>
      </pc:sldChg>
      <pc:sldChg chg="delSp mod">
        <pc:chgData name="Zainal Che hassan" userId="4fd0af43aa7c823e" providerId="LiveId" clId="{04C48F45-3ADF-4C5D-8F72-6E9AFFDA5551}" dt="2026-08-19T22:42:16.806" v="112" actId="478"/>
        <pc:sldMkLst>
          <pc:docMk/>
          <pc:sldMk cId="3937986763" sldId="339"/>
        </pc:sldMkLst>
        <pc:grpChg chg="del">
          <ac:chgData name="Zainal Che hassan" userId="4fd0af43aa7c823e" providerId="LiveId" clId="{04C48F45-3ADF-4C5D-8F72-6E9AFFDA5551}" dt="2026-08-19T22:42:15.718" v="111" actId="478"/>
          <ac:grpSpMkLst>
            <pc:docMk/>
            <pc:sldMk cId="3937986763" sldId="339"/>
            <ac:grpSpMk id="18" creationId="{24D33523-A5C4-A780-F5E5-FF43FCC2F22A}"/>
          </ac:grpSpMkLst>
        </pc:grpChg>
        <pc:grpChg chg="del">
          <ac:chgData name="Zainal Che hassan" userId="4fd0af43aa7c823e" providerId="LiveId" clId="{04C48F45-3ADF-4C5D-8F72-6E9AFFDA5551}" dt="2026-08-19T22:42:16.806" v="112" actId="478"/>
          <ac:grpSpMkLst>
            <pc:docMk/>
            <pc:sldMk cId="3937986763" sldId="339"/>
            <ac:grpSpMk id="19" creationId="{E4791190-2F89-AFEE-EE7E-135B4F2D8A73}"/>
          </ac:grpSpMkLst>
        </pc:grpChg>
      </pc:sldChg>
      <pc:sldChg chg="delSp modSp mod">
        <pc:chgData name="Zainal Che hassan" userId="4fd0af43aa7c823e" providerId="LiveId" clId="{04C48F45-3ADF-4C5D-8F72-6E9AFFDA5551}" dt="2026-08-19T22:42:27.897" v="118" actId="478"/>
        <pc:sldMkLst>
          <pc:docMk/>
          <pc:sldMk cId="2695215154" sldId="340"/>
        </pc:sldMkLst>
        <pc:spChg chg="mod">
          <ac:chgData name="Zainal Che hassan" userId="4fd0af43aa7c823e" providerId="LiveId" clId="{04C48F45-3ADF-4C5D-8F72-6E9AFFDA5551}" dt="2026-08-19T22:42:27.184" v="117" actId="20577"/>
          <ac:spMkLst>
            <pc:docMk/>
            <pc:sldMk cId="2695215154" sldId="340"/>
            <ac:spMk id="14" creationId="{FE4B5CDB-DA0C-C837-8D26-73970E9F53EF}"/>
          </ac:spMkLst>
        </pc:spChg>
        <pc:grpChg chg="del">
          <ac:chgData name="Zainal Che hassan" userId="4fd0af43aa7c823e" providerId="LiveId" clId="{04C48F45-3ADF-4C5D-8F72-6E9AFFDA5551}" dt="2026-08-19T22:42:19.142" v="113" actId="478"/>
          <ac:grpSpMkLst>
            <pc:docMk/>
            <pc:sldMk cId="2695215154" sldId="340"/>
            <ac:grpSpMk id="12" creationId="{7C37993D-0B05-7100-F2FB-05004286E87C}"/>
          </ac:grpSpMkLst>
        </pc:grpChg>
        <pc:grpChg chg="del">
          <ac:chgData name="Zainal Che hassan" userId="4fd0af43aa7c823e" providerId="LiveId" clId="{04C48F45-3ADF-4C5D-8F72-6E9AFFDA5551}" dt="2026-08-19T22:42:27.897" v="118" actId="478"/>
          <ac:grpSpMkLst>
            <pc:docMk/>
            <pc:sldMk cId="2695215154" sldId="340"/>
            <ac:grpSpMk id="13" creationId="{3A26BDF5-4FD0-90B0-A6E4-F15EB85E7387}"/>
          </ac:grpSpMkLst>
        </pc:grpChg>
      </pc:sldChg>
      <pc:sldChg chg="delSp mod">
        <pc:chgData name="Zainal Che hassan" userId="4fd0af43aa7c823e" providerId="LiveId" clId="{04C48F45-3ADF-4C5D-8F72-6E9AFFDA5551}" dt="2026-08-19T22:42:24.281" v="115" actId="478"/>
        <pc:sldMkLst>
          <pc:docMk/>
          <pc:sldMk cId="2152070902" sldId="341"/>
        </pc:sldMkLst>
        <pc:grpChg chg="del">
          <ac:chgData name="Zainal Che hassan" userId="4fd0af43aa7c823e" providerId="LiveId" clId="{04C48F45-3ADF-4C5D-8F72-6E9AFFDA5551}" dt="2026-08-19T22:42:21.470" v="114" actId="478"/>
          <ac:grpSpMkLst>
            <pc:docMk/>
            <pc:sldMk cId="2152070902" sldId="341"/>
            <ac:grpSpMk id="12" creationId="{608D7BBD-4A90-C9A9-CBFA-C7448C6D2960}"/>
          </ac:grpSpMkLst>
        </pc:grpChg>
        <pc:grpChg chg="del">
          <ac:chgData name="Zainal Che hassan" userId="4fd0af43aa7c823e" providerId="LiveId" clId="{04C48F45-3ADF-4C5D-8F72-6E9AFFDA5551}" dt="2026-08-19T22:42:24.281" v="115" actId="478"/>
          <ac:grpSpMkLst>
            <pc:docMk/>
            <pc:sldMk cId="2152070902" sldId="341"/>
            <ac:grpSpMk id="13" creationId="{7B366032-0DDC-6C6E-248D-570526E1850C}"/>
          </ac:grpSpMkLst>
        </pc:grpChg>
      </pc:sldChg>
      <pc:sldChg chg="delSp mod">
        <pc:chgData name="Zainal Che hassan" userId="4fd0af43aa7c823e" providerId="LiveId" clId="{04C48F45-3ADF-4C5D-8F72-6E9AFFDA5551}" dt="2026-08-19T22:42:31.130" v="120" actId="478"/>
        <pc:sldMkLst>
          <pc:docMk/>
          <pc:sldMk cId="151626037" sldId="342"/>
        </pc:sldMkLst>
        <pc:grpChg chg="del">
          <ac:chgData name="Zainal Che hassan" userId="4fd0af43aa7c823e" providerId="LiveId" clId="{04C48F45-3ADF-4C5D-8F72-6E9AFFDA5551}" dt="2026-08-19T22:42:30.178" v="119" actId="478"/>
          <ac:grpSpMkLst>
            <pc:docMk/>
            <pc:sldMk cId="151626037" sldId="342"/>
            <ac:grpSpMk id="12" creationId="{70E19C23-8865-4722-31E1-67FE278151FE}"/>
          </ac:grpSpMkLst>
        </pc:grpChg>
        <pc:grpChg chg="del">
          <ac:chgData name="Zainal Che hassan" userId="4fd0af43aa7c823e" providerId="LiveId" clId="{04C48F45-3ADF-4C5D-8F72-6E9AFFDA5551}" dt="2026-08-19T22:42:31.130" v="120" actId="478"/>
          <ac:grpSpMkLst>
            <pc:docMk/>
            <pc:sldMk cId="151626037" sldId="342"/>
            <ac:grpSpMk id="13" creationId="{253D6ED6-6FB8-44E5-4B72-8C8DBB9661C5}"/>
          </ac:grpSpMkLst>
        </pc:grpChg>
      </pc:sldChg>
      <pc:sldChg chg="delSp mod">
        <pc:chgData name="Zainal Che hassan" userId="4fd0af43aa7c823e" providerId="LiveId" clId="{04C48F45-3ADF-4C5D-8F72-6E9AFFDA5551}" dt="2026-08-19T22:42:35.342" v="122" actId="478"/>
        <pc:sldMkLst>
          <pc:docMk/>
          <pc:sldMk cId="2647297232" sldId="343"/>
        </pc:sldMkLst>
        <pc:spChg chg="del">
          <ac:chgData name="Zainal Che hassan" userId="4fd0af43aa7c823e" providerId="LiveId" clId="{04C48F45-3ADF-4C5D-8F72-6E9AFFDA5551}" dt="2026-08-19T22:42:35.342" v="122" actId="478"/>
          <ac:spMkLst>
            <pc:docMk/>
            <pc:sldMk cId="2647297232" sldId="343"/>
            <ac:spMk id="13" creationId="{DE8BE680-8DF9-5874-55B3-186448338128}"/>
          </ac:spMkLst>
        </pc:spChg>
        <pc:picChg chg="del">
          <ac:chgData name="Zainal Che hassan" userId="4fd0af43aa7c823e" providerId="LiveId" clId="{04C48F45-3ADF-4C5D-8F72-6E9AFFDA5551}" dt="2026-08-19T22:42:34.036" v="121" actId="478"/>
          <ac:picMkLst>
            <pc:docMk/>
            <pc:sldMk cId="2647297232" sldId="343"/>
            <ac:picMk id="10" creationId="{06F3BCEE-18A7-FFF9-DD36-182962C6EAEF}"/>
          </ac:picMkLst>
        </pc:picChg>
      </pc:sldChg>
      <pc:sldChg chg="delSp mod">
        <pc:chgData name="Zainal Che hassan" userId="4fd0af43aa7c823e" providerId="LiveId" clId="{04C48F45-3ADF-4C5D-8F72-6E9AFFDA5551}" dt="2026-08-19T22:42:38.335" v="124" actId="478"/>
        <pc:sldMkLst>
          <pc:docMk/>
          <pc:sldMk cId="2693704090" sldId="344"/>
        </pc:sldMkLst>
        <pc:grpChg chg="del">
          <ac:chgData name="Zainal Che hassan" userId="4fd0af43aa7c823e" providerId="LiveId" clId="{04C48F45-3ADF-4C5D-8F72-6E9AFFDA5551}" dt="2026-08-19T22:42:36.889" v="123" actId="478"/>
          <ac:grpSpMkLst>
            <pc:docMk/>
            <pc:sldMk cId="2693704090" sldId="344"/>
            <ac:grpSpMk id="12" creationId="{C1E78702-4E07-5476-9014-A05ADE7A2F22}"/>
          </ac:grpSpMkLst>
        </pc:grpChg>
        <pc:grpChg chg="del">
          <ac:chgData name="Zainal Che hassan" userId="4fd0af43aa7c823e" providerId="LiveId" clId="{04C48F45-3ADF-4C5D-8F72-6E9AFFDA5551}" dt="2026-08-19T22:42:38.335" v="124" actId="478"/>
          <ac:grpSpMkLst>
            <pc:docMk/>
            <pc:sldMk cId="2693704090" sldId="344"/>
            <ac:grpSpMk id="13" creationId="{7EAAD135-BBD3-5EA4-5794-00047AE83FE2}"/>
          </ac:grpSpMkLst>
        </pc:grpChg>
      </pc:sldChg>
      <pc:sldChg chg="delSp mod">
        <pc:chgData name="Zainal Che hassan" userId="4fd0af43aa7c823e" providerId="LiveId" clId="{04C48F45-3ADF-4C5D-8F72-6E9AFFDA5551}" dt="2026-08-19T22:42:41.018" v="126" actId="478"/>
        <pc:sldMkLst>
          <pc:docMk/>
          <pc:sldMk cId="613886961" sldId="345"/>
        </pc:sldMkLst>
        <pc:grpChg chg="del">
          <ac:chgData name="Zainal Che hassan" userId="4fd0af43aa7c823e" providerId="LiveId" clId="{04C48F45-3ADF-4C5D-8F72-6E9AFFDA5551}" dt="2026-08-19T22:42:41.018" v="126" actId="478"/>
          <ac:grpSpMkLst>
            <pc:docMk/>
            <pc:sldMk cId="613886961" sldId="345"/>
            <ac:grpSpMk id="3" creationId="{3F5896AB-7906-C281-499B-67FFFD46BB52}"/>
          </ac:grpSpMkLst>
        </pc:grpChg>
        <pc:grpChg chg="del">
          <ac:chgData name="Zainal Che hassan" userId="4fd0af43aa7c823e" providerId="LiveId" clId="{04C48F45-3ADF-4C5D-8F72-6E9AFFDA5551}" dt="2026-08-19T22:42:39.893" v="125" actId="478"/>
          <ac:grpSpMkLst>
            <pc:docMk/>
            <pc:sldMk cId="613886961" sldId="345"/>
            <ac:grpSpMk id="12" creationId="{8EB9E8BD-EFD7-599A-7C58-6417C9EC9704}"/>
          </ac:grpSpMkLst>
        </pc:grpChg>
      </pc:sldChg>
      <pc:sldChg chg="delSp mod">
        <pc:chgData name="Zainal Che hassan" userId="4fd0af43aa7c823e" providerId="LiveId" clId="{04C48F45-3ADF-4C5D-8F72-6E9AFFDA5551}" dt="2026-08-19T22:42:44.410" v="128" actId="478"/>
        <pc:sldMkLst>
          <pc:docMk/>
          <pc:sldMk cId="143747260" sldId="346"/>
        </pc:sldMkLst>
        <pc:grpChg chg="del">
          <ac:chgData name="Zainal Che hassan" userId="4fd0af43aa7c823e" providerId="LiveId" clId="{04C48F45-3ADF-4C5D-8F72-6E9AFFDA5551}" dt="2026-08-19T22:42:44.410" v="128" actId="478"/>
          <ac:grpSpMkLst>
            <pc:docMk/>
            <pc:sldMk cId="143747260" sldId="346"/>
            <ac:grpSpMk id="3" creationId="{1667EECE-CA7A-30B0-1ED3-2611EC7A7EEE}"/>
          </ac:grpSpMkLst>
        </pc:grpChg>
        <pc:grpChg chg="del">
          <ac:chgData name="Zainal Che hassan" userId="4fd0af43aa7c823e" providerId="LiveId" clId="{04C48F45-3ADF-4C5D-8F72-6E9AFFDA5551}" dt="2026-08-19T22:42:42.400" v="127" actId="478"/>
          <ac:grpSpMkLst>
            <pc:docMk/>
            <pc:sldMk cId="143747260" sldId="346"/>
            <ac:grpSpMk id="12" creationId="{71A75682-6E85-E961-61BF-57D4C3B0A93B}"/>
          </ac:grpSpMkLst>
        </pc:grpChg>
      </pc:sldChg>
      <pc:sldChg chg="delSp mod">
        <pc:chgData name="Zainal Che hassan" userId="4fd0af43aa7c823e" providerId="LiveId" clId="{04C48F45-3ADF-4C5D-8F72-6E9AFFDA5551}" dt="2026-08-19T22:42:46.262" v="129" actId="478"/>
        <pc:sldMkLst>
          <pc:docMk/>
          <pc:sldMk cId="2438549203" sldId="347"/>
        </pc:sldMkLst>
        <pc:grpChg chg="del">
          <ac:chgData name="Zainal Che hassan" userId="4fd0af43aa7c823e" providerId="LiveId" clId="{04C48F45-3ADF-4C5D-8F72-6E9AFFDA5551}" dt="2026-08-19T22:42:46.262" v="129" actId="478"/>
          <ac:grpSpMkLst>
            <pc:docMk/>
            <pc:sldMk cId="2438549203" sldId="347"/>
            <ac:grpSpMk id="12" creationId="{A843D9B8-DD84-7088-927D-E068F84436CC}"/>
          </ac:grpSpMkLst>
        </pc:grpChg>
      </pc:sldChg>
      <pc:sldChg chg="delSp mod">
        <pc:chgData name="Zainal Che hassan" userId="4fd0af43aa7c823e" providerId="LiveId" clId="{04C48F45-3ADF-4C5D-8F72-6E9AFFDA5551}" dt="2026-08-19T22:42:50.276" v="131" actId="478"/>
        <pc:sldMkLst>
          <pc:docMk/>
          <pc:sldMk cId="4214178679" sldId="348"/>
        </pc:sldMkLst>
        <pc:grpChg chg="del">
          <ac:chgData name="Zainal Che hassan" userId="4fd0af43aa7c823e" providerId="LiveId" clId="{04C48F45-3ADF-4C5D-8F72-6E9AFFDA5551}" dt="2026-08-19T22:42:47.917" v="130" actId="478"/>
          <ac:grpSpMkLst>
            <pc:docMk/>
            <pc:sldMk cId="4214178679" sldId="348"/>
            <ac:grpSpMk id="12" creationId="{6527FD45-CEFC-C562-4A2E-002191FBE971}"/>
          </ac:grpSpMkLst>
        </pc:grpChg>
        <pc:grpChg chg="del">
          <ac:chgData name="Zainal Che hassan" userId="4fd0af43aa7c823e" providerId="LiveId" clId="{04C48F45-3ADF-4C5D-8F72-6E9AFFDA5551}" dt="2026-08-19T22:42:50.276" v="131" actId="478"/>
          <ac:grpSpMkLst>
            <pc:docMk/>
            <pc:sldMk cId="4214178679" sldId="348"/>
            <ac:grpSpMk id="13" creationId="{7B118E94-BA70-FCAF-74C8-2BD3460C6D37}"/>
          </ac:grpSpMkLst>
        </pc:grpChg>
      </pc:sldChg>
      <pc:sldChg chg="addSp delSp mod">
        <pc:chgData name="Zainal Che hassan" userId="4fd0af43aa7c823e" providerId="LiveId" clId="{04C48F45-3ADF-4C5D-8F72-6E9AFFDA5551}" dt="2026-08-19T22:42:57.387" v="135" actId="478"/>
        <pc:sldMkLst>
          <pc:docMk/>
          <pc:sldMk cId="3821240908" sldId="349"/>
        </pc:sldMkLst>
        <pc:grpChg chg="del">
          <ac:chgData name="Zainal Che hassan" userId="4fd0af43aa7c823e" providerId="LiveId" clId="{04C48F45-3ADF-4C5D-8F72-6E9AFFDA5551}" dt="2026-08-19T22:42:52.623" v="132" actId="478"/>
          <ac:grpSpMkLst>
            <pc:docMk/>
            <pc:sldMk cId="3821240908" sldId="349"/>
            <ac:grpSpMk id="12" creationId="{56BF6C08-2836-5323-9BA7-1E0A5B4EB4C3}"/>
          </ac:grpSpMkLst>
        </pc:grpChg>
        <pc:grpChg chg="del">
          <ac:chgData name="Zainal Che hassan" userId="4fd0af43aa7c823e" providerId="LiveId" clId="{04C48F45-3ADF-4C5D-8F72-6E9AFFDA5551}" dt="2026-08-19T22:42:57.387" v="135" actId="478"/>
          <ac:grpSpMkLst>
            <pc:docMk/>
            <pc:sldMk cId="3821240908" sldId="349"/>
            <ac:grpSpMk id="13" creationId="{E3EBE755-1821-D9A5-6015-E7ED1784C979}"/>
          </ac:grpSpMkLst>
        </pc:grpChg>
        <pc:graphicFrameChg chg="add del">
          <ac:chgData name="Zainal Che hassan" userId="4fd0af43aa7c823e" providerId="LiveId" clId="{04C48F45-3ADF-4C5D-8F72-6E9AFFDA5551}" dt="2026-08-19T22:42:55.430" v="134" actId="478"/>
          <ac:graphicFrameMkLst>
            <pc:docMk/>
            <pc:sldMk cId="3821240908" sldId="349"/>
            <ac:graphicFrameMk id="11" creationId="{FBEC9EDC-6EE6-4B58-824C-BFC948066AC5}"/>
          </ac:graphicFrameMkLst>
        </pc:graphicFrameChg>
      </pc:sldChg>
      <pc:sldChg chg="delSp mod">
        <pc:chgData name="Zainal Che hassan" userId="4fd0af43aa7c823e" providerId="LiveId" clId="{04C48F45-3ADF-4C5D-8F72-6E9AFFDA5551}" dt="2026-08-19T22:43:01.253" v="137" actId="478"/>
        <pc:sldMkLst>
          <pc:docMk/>
          <pc:sldMk cId="4162861943" sldId="350"/>
        </pc:sldMkLst>
        <pc:grpChg chg="del">
          <ac:chgData name="Zainal Che hassan" userId="4fd0af43aa7c823e" providerId="LiveId" clId="{04C48F45-3ADF-4C5D-8F72-6E9AFFDA5551}" dt="2026-08-19T22:43:01.253" v="137" actId="478"/>
          <ac:grpSpMkLst>
            <pc:docMk/>
            <pc:sldMk cId="4162861943" sldId="350"/>
            <ac:grpSpMk id="3" creationId="{92C7189E-1AA2-430F-C11F-30F3A440915B}"/>
          </ac:grpSpMkLst>
        </pc:grpChg>
        <pc:grpChg chg="del">
          <ac:chgData name="Zainal Che hassan" userId="4fd0af43aa7c823e" providerId="LiveId" clId="{04C48F45-3ADF-4C5D-8F72-6E9AFFDA5551}" dt="2026-08-19T22:42:59.351" v="136" actId="478"/>
          <ac:grpSpMkLst>
            <pc:docMk/>
            <pc:sldMk cId="4162861943" sldId="350"/>
            <ac:grpSpMk id="12" creationId="{B87D8264-5543-2EDB-4E42-4F78A1618D95}"/>
          </ac:grpSpMkLst>
        </pc:grpChg>
      </pc:sldChg>
      <pc:sldChg chg="delSp mod">
        <pc:chgData name="Zainal Che hassan" userId="4fd0af43aa7c823e" providerId="LiveId" clId="{04C48F45-3ADF-4C5D-8F72-6E9AFFDA5551}" dt="2026-08-19T22:43:10.156" v="140" actId="478"/>
        <pc:sldMkLst>
          <pc:docMk/>
          <pc:sldMk cId="3978919279" sldId="351"/>
        </pc:sldMkLst>
        <pc:spChg chg="del topLvl">
          <ac:chgData name="Zainal Che hassan" userId="4fd0af43aa7c823e" providerId="LiveId" clId="{04C48F45-3ADF-4C5D-8F72-6E9AFFDA5551}" dt="2026-08-19T22:43:07.951" v="139" actId="478"/>
          <ac:spMkLst>
            <pc:docMk/>
            <pc:sldMk cId="3978919279" sldId="351"/>
            <ac:spMk id="8" creationId="{44D5C725-3C08-7089-7854-DFB2E6296A0B}"/>
          </ac:spMkLst>
        </pc:spChg>
        <pc:spChg chg="del topLvl">
          <ac:chgData name="Zainal Che hassan" userId="4fd0af43aa7c823e" providerId="LiveId" clId="{04C48F45-3ADF-4C5D-8F72-6E9AFFDA5551}" dt="2026-08-19T22:43:10.156" v="140" actId="478"/>
          <ac:spMkLst>
            <pc:docMk/>
            <pc:sldMk cId="3978919279" sldId="351"/>
            <ac:spMk id="13" creationId="{14C96C3D-F738-B38D-DA2A-62484EC0FEA0}"/>
          </ac:spMkLst>
        </pc:spChg>
        <pc:grpChg chg="del">
          <ac:chgData name="Zainal Che hassan" userId="4fd0af43aa7c823e" providerId="LiveId" clId="{04C48F45-3ADF-4C5D-8F72-6E9AFFDA5551}" dt="2026-08-19T22:43:07.951" v="139" actId="478"/>
          <ac:grpSpMkLst>
            <pc:docMk/>
            <pc:sldMk cId="3978919279" sldId="351"/>
            <ac:grpSpMk id="3" creationId="{3DB1CE68-CA34-3AE2-6F2F-89E6B57684F0}"/>
          </ac:grpSpMkLst>
        </pc:grpChg>
        <pc:grpChg chg="del">
          <ac:chgData name="Zainal Che hassan" userId="4fd0af43aa7c823e" providerId="LiveId" clId="{04C48F45-3ADF-4C5D-8F72-6E9AFFDA5551}" dt="2026-08-19T22:43:04.047" v="138" actId="478"/>
          <ac:grpSpMkLst>
            <pc:docMk/>
            <pc:sldMk cId="3978919279" sldId="351"/>
            <ac:grpSpMk id="12" creationId="{3E79551F-2B03-C9AA-A206-E5A33A9BA615}"/>
          </ac:grpSpMkLst>
        </pc:grpChg>
      </pc:sldChg>
      <pc:sldChg chg="delSp mod">
        <pc:chgData name="Zainal Che hassan" userId="4fd0af43aa7c823e" providerId="LiveId" clId="{04C48F45-3ADF-4C5D-8F72-6E9AFFDA5551}" dt="2026-08-19T22:43:18.433" v="142" actId="478"/>
        <pc:sldMkLst>
          <pc:docMk/>
          <pc:sldMk cId="787152567" sldId="352"/>
        </pc:sldMkLst>
        <pc:grpChg chg="del">
          <ac:chgData name="Zainal Che hassan" userId="4fd0af43aa7c823e" providerId="LiveId" clId="{04C48F45-3ADF-4C5D-8F72-6E9AFFDA5551}" dt="2026-08-19T22:43:18.433" v="142" actId="478"/>
          <ac:grpSpMkLst>
            <pc:docMk/>
            <pc:sldMk cId="787152567" sldId="352"/>
            <ac:grpSpMk id="3" creationId="{FA25E1BA-F78B-AF43-6830-DF43F7CBECB8}"/>
          </ac:grpSpMkLst>
        </pc:grpChg>
        <pc:grpChg chg="del">
          <ac:chgData name="Zainal Che hassan" userId="4fd0af43aa7c823e" providerId="LiveId" clId="{04C48F45-3ADF-4C5D-8F72-6E9AFFDA5551}" dt="2026-08-19T22:43:11.590" v="141" actId="478"/>
          <ac:grpSpMkLst>
            <pc:docMk/>
            <pc:sldMk cId="787152567" sldId="352"/>
            <ac:grpSpMk id="12" creationId="{AF95FB98-4852-4408-5CEE-A6448B9336CF}"/>
          </ac:grpSpMkLst>
        </pc:grpChg>
      </pc:sldChg>
      <pc:sldChg chg="delSp mod">
        <pc:chgData name="Zainal Che hassan" userId="4fd0af43aa7c823e" providerId="LiveId" clId="{04C48F45-3ADF-4C5D-8F72-6E9AFFDA5551}" dt="2026-08-19T22:43:21.872" v="144" actId="478"/>
        <pc:sldMkLst>
          <pc:docMk/>
          <pc:sldMk cId="2039813398" sldId="353"/>
        </pc:sldMkLst>
        <pc:grpChg chg="del">
          <ac:chgData name="Zainal Che hassan" userId="4fd0af43aa7c823e" providerId="LiveId" clId="{04C48F45-3ADF-4C5D-8F72-6E9AFFDA5551}" dt="2026-08-19T22:43:21.872" v="144" actId="478"/>
          <ac:grpSpMkLst>
            <pc:docMk/>
            <pc:sldMk cId="2039813398" sldId="353"/>
            <ac:grpSpMk id="3" creationId="{B8CF0F9B-84E9-C9D7-261B-A07BD686EC4E}"/>
          </ac:grpSpMkLst>
        </pc:grpChg>
        <pc:grpChg chg="del">
          <ac:chgData name="Zainal Che hassan" userId="4fd0af43aa7c823e" providerId="LiveId" clId="{04C48F45-3ADF-4C5D-8F72-6E9AFFDA5551}" dt="2026-08-19T22:43:20.415" v="143" actId="478"/>
          <ac:grpSpMkLst>
            <pc:docMk/>
            <pc:sldMk cId="2039813398" sldId="353"/>
            <ac:grpSpMk id="12" creationId="{624E925F-687E-156F-F5EE-DA06F54A3ABB}"/>
          </ac:grpSpMkLst>
        </pc:grpChg>
      </pc:sldChg>
      <pc:sldChg chg="delSp modSp mod">
        <pc:chgData name="Zainal Che hassan" userId="4fd0af43aa7c823e" providerId="LiveId" clId="{04C48F45-3ADF-4C5D-8F72-6E9AFFDA5551}" dt="2026-08-19T22:36:49.011" v="5" actId="478"/>
        <pc:sldMkLst>
          <pc:docMk/>
          <pc:sldMk cId="710356120" sldId="354"/>
        </pc:sldMkLst>
        <pc:spChg chg="del mod">
          <ac:chgData name="Zainal Che hassan" userId="4fd0af43aa7c823e" providerId="LiveId" clId="{04C48F45-3ADF-4C5D-8F72-6E9AFFDA5551}" dt="2026-08-19T22:36:47.129" v="4" actId="478"/>
          <ac:spMkLst>
            <pc:docMk/>
            <pc:sldMk cId="710356120" sldId="354"/>
            <ac:spMk id="3" creationId="{1A4F2F4D-AF53-4CAC-AD0B-90EAC7B8D576}"/>
          </ac:spMkLst>
        </pc:spChg>
        <pc:spChg chg="del">
          <ac:chgData name="Zainal Che hassan" userId="4fd0af43aa7c823e" providerId="LiveId" clId="{04C48F45-3ADF-4C5D-8F72-6E9AFFDA5551}" dt="2026-08-19T22:36:42.243" v="1" actId="478"/>
          <ac:spMkLst>
            <pc:docMk/>
            <pc:sldMk cId="710356120" sldId="354"/>
            <ac:spMk id="8" creationId="{D447AA60-9F20-4BA2-99DB-455149F9609F}"/>
          </ac:spMkLst>
        </pc:spChg>
        <pc:spChg chg="del">
          <ac:chgData name="Zainal Che hassan" userId="4fd0af43aa7c823e" providerId="LiveId" clId="{04C48F45-3ADF-4C5D-8F72-6E9AFFDA5551}" dt="2026-08-19T22:36:42.243" v="1" actId="478"/>
          <ac:spMkLst>
            <pc:docMk/>
            <pc:sldMk cId="710356120" sldId="354"/>
            <ac:spMk id="16" creationId="{86310550-3D4E-4A9A-B526-F9D255F9445F}"/>
          </ac:spMkLst>
        </pc:spChg>
        <pc:spChg chg="del">
          <ac:chgData name="Zainal Che hassan" userId="4fd0af43aa7c823e" providerId="LiveId" clId="{04C48F45-3ADF-4C5D-8F72-6E9AFFDA5551}" dt="2026-08-19T22:36:42.243" v="1" actId="478"/>
          <ac:spMkLst>
            <pc:docMk/>
            <pc:sldMk cId="710356120" sldId="354"/>
            <ac:spMk id="17" creationId="{B1D0122D-5F4B-4224-B480-DB2BC2A639B5}"/>
          </ac:spMkLst>
        </pc:spChg>
        <pc:spChg chg="del">
          <ac:chgData name="Zainal Che hassan" userId="4fd0af43aa7c823e" providerId="LiveId" clId="{04C48F45-3ADF-4C5D-8F72-6E9AFFDA5551}" dt="2026-08-19T22:36:49.011" v="5" actId="478"/>
          <ac:spMkLst>
            <pc:docMk/>
            <pc:sldMk cId="710356120" sldId="354"/>
            <ac:spMk id="23" creationId="{1BB1FC1C-5B20-4A74-AC9D-D7A74C6B51E5}"/>
          </ac:spMkLst>
        </pc:spChg>
        <pc:grpChg chg="del">
          <ac:chgData name="Zainal Che hassan" userId="4fd0af43aa7c823e" providerId="LiveId" clId="{04C48F45-3ADF-4C5D-8F72-6E9AFFDA5551}" dt="2026-08-19T22:36:35.649" v="0" actId="478"/>
          <ac:grpSpMkLst>
            <pc:docMk/>
            <pc:sldMk cId="710356120" sldId="354"/>
            <ac:grpSpMk id="7" creationId="{ADFDEE52-30DA-0CC0-FC76-6A03E2D2F7FA}"/>
          </ac:grpSpMkLst>
        </pc:grpChg>
      </pc:sldChg>
      <pc:sldChg chg="delSp mod">
        <pc:chgData name="Zainal Che hassan" userId="4fd0af43aa7c823e" providerId="LiveId" clId="{04C48F45-3ADF-4C5D-8F72-6E9AFFDA5551}" dt="2026-08-19T22:41:00.002" v="87" actId="478"/>
        <pc:sldMkLst>
          <pc:docMk/>
          <pc:sldMk cId="3613173175" sldId="355"/>
        </pc:sldMkLst>
        <pc:spChg chg="del">
          <ac:chgData name="Zainal Che hassan" userId="4fd0af43aa7c823e" providerId="LiveId" clId="{04C48F45-3ADF-4C5D-8F72-6E9AFFDA5551}" dt="2026-08-19T22:40:58.433" v="86" actId="478"/>
          <ac:spMkLst>
            <pc:docMk/>
            <pc:sldMk cId="3613173175" sldId="355"/>
            <ac:spMk id="13" creationId="{52BB235F-1AAE-58FD-30F6-43F4A1F9027B}"/>
          </ac:spMkLst>
        </pc:spChg>
        <pc:grpChg chg="del">
          <ac:chgData name="Zainal Che hassan" userId="4fd0af43aa7c823e" providerId="LiveId" clId="{04C48F45-3ADF-4C5D-8F72-6E9AFFDA5551}" dt="2026-08-19T22:40:58.433" v="86" actId="478"/>
          <ac:grpSpMkLst>
            <pc:docMk/>
            <pc:sldMk cId="3613173175" sldId="355"/>
            <ac:grpSpMk id="3" creationId="{4290776A-E0F8-B06F-6912-9BC601D55389}"/>
          </ac:grpSpMkLst>
        </pc:grpChg>
        <pc:grpChg chg="del">
          <ac:chgData name="Zainal Che hassan" userId="4fd0af43aa7c823e" providerId="LiveId" clId="{04C48F45-3ADF-4C5D-8F72-6E9AFFDA5551}" dt="2026-08-19T22:41:00.002" v="87" actId="478"/>
          <ac:grpSpMkLst>
            <pc:docMk/>
            <pc:sldMk cId="3613173175" sldId="355"/>
            <ac:grpSpMk id="21" creationId="{C4860C6A-7FC2-E7B0-6CAD-018696F8F972}"/>
          </ac:grpSpMkLst>
        </pc:grpChg>
      </pc:sldChg>
      <pc:sldChg chg="delSp mod">
        <pc:chgData name="Zainal Che hassan" userId="4fd0af43aa7c823e" providerId="LiveId" clId="{04C48F45-3ADF-4C5D-8F72-6E9AFFDA5551}" dt="2026-08-19T22:41:09.033" v="88" actId="478"/>
        <pc:sldMkLst>
          <pc:docMk/>
          <pc:sldMk cId="1017700355" sldId="356"/>
        </pc:sldMkLst>
        <pc:spChg chg="del">
          <ac:chgData name="Zainal Che hassan" userId="4fd0af43aa7c823e" providerId="LiveId" clId="{04C48F45-3ADF-4C5D-8F72-6E9AFFDA5551}" dt="2026-08-19T22:41:09.033" v="88" actId="478"/>
          <ac:spMkLst>
            <pc:docMk/>
            <pc:sldMk cId="1017700355" sldId="356"/>
            <ac:spMk id="14" creationId="{D4A97464-6455-B702-00D4-B5FA9868BB13}"/>
          </ac:spMkLst>
        </pc:spChg>
        <pc:grpChg chg="del">
          <ac:chgData name="Zainal Che hassan" userId="4fd0af43aa7c823e" providerId="LiveId" clId="{04C48F45-3ADF-4C5D-8F72-6E9AFFDA5551}" dt="2026-08-19T22:41:09.033" v="88" actId="478"/>
          <ac:grpSpMkLst>
            <pc:docMk/>
            <pc:sldMk cId="1017700355" sldId="356"/>
            <ac:grpSpMk id="3" creationId="{34892EF5-E21D-2F10-53A7-EC2CDC7F17F2}"/>
          </ac:grpSpMkLst>
        </pc:grpChg>
        <pc:grpChg chg="del">
          <ac:chgData name="Zainal Che hassan" userId="4fd0af43aa7c823e" providerId="LiveId" clId="{04C48F45-3ADF-4C5D-8F72-6E9AFFDA5551}" dt="2026-08-19T22:41:09.033" v="88" actId="478"/>
          <ac:grpSpMkLst>
            <pc:docMk/>
            <pc:sldMk cId="1017700355" sldId="356"/>
            <ac:grpSpMk id="23" creationId="{5F01CF32-3848-5BF7-450C-6FEDEF3AD63B}"/>
          </ac:grpSpMkLst>
        </pc:grpChg>
      </pc:sldChg>
      <pc:sldChg chg="delSp modSp mod">
        <pc:chgData name="Zainal Che hassan" userId="4fd0af43aa7c823e" providerId="LiveId" clId="{04C48F45-3ADF-4C5D-8F72-6E9AFFDA5551}" dt="2026-08-19T22:41:55.121" v="103" actId="478"/>
        <pc:sldMkLst>
          <pc:docMk/>
          <pc:sldMk cId="3513910264" sldId="357"/>
        </pc:sldMkLst>
        <pc:spChg chg="mod">
          <ac:chgData name="Zainal Che hassan" userId="4fd0af43aa7c823e" providerId="LiveId" clId="{04C48F45-3ADF-4C5D-8F72-6E9AFFDA5551}" dt="2026-08-19T22:41:52.425" v="101" actId="20577"/>
          <ac:spMkLst>
            <pc:docMk/>
            <pc:sldMk cId="3513910264" sldId="357"/>
            <ac:spMk id="7" creationId="{1D427E25-382A-1B35-74FA-C81325EE5A36}"/>
          </ac:spMkLst>
        </pc:spChg>
        <pc:grpChg chg="del">
          <ac:chgData name="Zainal Che hassan" userId="4fd0af43aa7c823e" providerId="LiveId" clId="{04C48F45-3ADF-4C5D-8F72-6E9AFFDA5551}" dt="2026-08-19T22:41:55.121" v="103" actId="478"/>
          <ac:grpSpMkLst>
            <pc:docMk/>
            <pc:sldMk cId="3513910264" sldId="357"/>
            <ac:grpSpMk id="3" creationId="{069162FF-10CA-4BDC-2C93-6B78ED571078}"/>
          </ac:grpSpMkLst>
        </pc:grpChg>
        <pc:grpChg chg="del">
          <ac:chgData name="Zainal Che hassan" userId="4fd0af43aa7c823e" providerId="LiveId" clId="{04C48F45-3ADF-4C5D-8F72-6E9AFFDA5551}" dt="2026-08-19T22:41:53.615" v="102" actId="478"/>
          <ac:grpSpMkLst>
            <pc:docMk/>
            <pc:sldMk cId="3513910264" sldId="357"/>
            <ac:grpSpMk id="22" creationId="{7ADEA973-634F-C62B-B8D3-DDC69A078614}"/>
          </ac:grpSpMkLst>
        </pc:grpChg>
      </pc:sldChg>
      <pc:sldChg chg="delSp mod">
        <pc:chgData name="Zainal Che hassan" userId="4fd0af43aa7c823e" providerId="LiveId" clId="{04C48F45-3ADF-4C5D-8F72-6E9AFFDA5551}" dt="2026-08-19T22:41:48.921" v="99" actId="478"/>
        <pc:sldMkLst>
          <pc:docMk/>
          <pc:sldMk cId="398983938" sldId="358"/>
        </pc:sldMkLst>
        <pc:grpChg chg="del">
          <ac:chgData name="Zainal Che hassan" userId="4fd0af43aa7c823e" providerId="LiveId" clId="{04C48F45-3ADF-4C5D-8F72-6E9AFFDA5551}" dt="2026-08-19T22:41:48" v="98" actId="478"/>
          <ac:grpSpMkLst>
            <pc:docMk/>
            <pc:sldMk cId="398983938" sldId="358"/>
            <ac:grpSpMk id="12" creationId="{3327BD07-A62B-DFED-7531-D68A1505BD24}"/>
          </ac:grpSpMkLst>
        </pc:grpChg>
        <pc:grpChg chg="del">
          <ac:chgData name="Zainal Che hassan" userId="4fd0af43aa7c823e" providerId="LiveId" clId="{04C48F45-3ADF-4C5D-8F72-6E9AFFDA5551}" dt="2026-08-19T22:41:48.921" v="99" actId="478"/>
          <ac:grpSpMkLst>
            <pc:docMk/>
            <pc:sldMk cId="398983938" sldId="358"/>
            <ac:grpSpMk id="13" creationId="{293A706A-2E5B-3F77-59CB-BB9371B875D7}"/>
          </ac:grpSpMkLst>
        </pc:grpChg>
      </pc:sldChg>
      <pc:sldChg chg="delSp modSp mod">
        <pc:chgData name="Zainal Che hassan" userId="4fd0af43aa7c823e" providerId="LiveId" clId="{04C48F45-3ADF-4C5D-8F72-6E9AFFDA5551}" dt="2026-08-19T22:40:21.586" v="70" actId="478"/>
        <pc:sldMkLst>
          <pc:docMk/>
          <pc:sldMk cId="205719822" sldId="359"/>
        </pc:sldMkLst>
        <pc:spChg chg="del mod">
          <ac:chgData name="Zainal Che hassan" userId="4fd0af43aa7c823e" providerId="LiveId" clId="{04C48F45-3ADF-4C5D-8F72-6E9AFFDA5551}" dt="2026-08-19T22:40:21.586" v="70" actId="478"/>
          <ac:spMkLst>
            <pc:docMk/>
            <pc:sldMk cId="205719822" sldId="359"/>
            <ac:spMk id="14" creationId="{80739769-F0A0-BA13-D9E1-BA7862C3A9B3}"/>
          </ac:spMkLst>
        </pc:spChg>
        <pc:picChg chg="del">
          <ac:chgData name="Zainal Che hassan" userId="4fd0af43aa7c823e" providerId="LiveId" clId="{04C48F45-3ADF-4C5D-8F72-6E9AFFDA5551}" dt="2026-08-19T22:40:19.907" v="67" actId="478"/>
          <ac:picMkLst>
            <pc:docMk/>
            <pc:sldMk cId="205719822" sldId="359"/>
            <ac:picMk id="10" creationId="{8B87456F-8007-DC79-5212-0EA67B78265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4301544" cy="340637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8" y="4"/>
            <a:ext cx="4301544" cy="340637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C639C48-C74C-4D7F-90E0-D504A7B38284}" type="datetimeFigureOut">
              <a:rPr lang="en-MY"/>
              <a:pPr>
                <a:defRPr/>
              </a:pPr>
              <a:t>20/8/2026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6457040"/>
            <a:ext cx="4301544" cy="339478"/>
          </a:xfrm>
          <a:prstGeom prst="rect">
            <a:avLst/>
          </a:prstGeom>
        </p:spPr>
        <p:txBody>
          <a:bodyPr vert="horz" wrap="square" lIns="90878" tIns="45437" rIns="90878" bIns="4543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8" y="6457040"/>
            <a:ext cx="4301544" cy="339478"/>
          </a:xfrm>
          <a:prstGeom prst="rect">
            <a:avLst/>
          </a:prstGeom>
        </p:spPr>
        <p:txBody>
          <a:bodyPr vert="horz" wrap="square" lIns="90878" tIns="45437" rIns="90878" bIns="4543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93B93B0-6827-401C-BEDC-59EE5C560505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20735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4301544" cy="340637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4"/>
            <a:ext cx="4301544" cy="340637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6D24CD9-64D6-4E0C-B06E-1FCCBBDEE48D}" type="datetimeFigureOut">
              <a:rPr lang="en-MY"/>
              <a:pPr>
                <a:defRPr/>
              </a:pPr>
              <a:t>20/8/2026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70250" y="512763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78" tIns="45437" rIns="90878" bIns="45437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968" y="3229100"/>
            <a:ext cx="7936715" cy="3058780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6457040"/>
            <a:ext cx="4301544" cy="339478"/>
          </a:xfrm>
          <a:prstGeom prst="rect">
            <a:avLst/>
          </a:prstGeom>
        </p:spPr>
        <p:txBody>
          <a:bodyPr vert="horz" wrap="square" lIns="90878" tIns="45437" rIns="90878" bIns="4543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7040"/>
            <a:ext cx="4301544" cy="339478"/>
          </a:xfrm>
          <a:prstGeom prst="rect">
            <a:avLst/>
          </a:prstGeom>
        </p:spPr>
        <p:txBody>
          <a:bodyPr vert="horz" wrap="square" lIns="90878" tIns="45437" rIns="90878" bIns="4543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609CE9D-F3B5-4A91-9F79-9FB93AF3A870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635041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43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52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332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372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339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401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299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22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189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851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927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246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846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107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200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241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851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153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618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3776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750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5256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619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675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661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1846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36801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667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3025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21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8662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4428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139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5400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2165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5488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76121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1871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2838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91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7836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9799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7715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9503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1362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4328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5766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9667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0754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3298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1637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5746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6186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9357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7331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7862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A417-8739-DAD3-8E5D-E5649351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02676-12D3-5996-DDFD-6E1BFDF56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0C473-D0FB-3A4A-90A3-BAE19E236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5CC41-5896-FA15-EC7A-70E7F0791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560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77FDF-B898-C7BE-73B2-94F1069A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F66C1-ED7B-C052-F8AD-8E8957EC5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5A679-6CBC-9A80-D191-DF7CFCCF6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C791-E800-9A1A-4B3D-36112ED13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82954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97718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37324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00237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294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3332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6983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26764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64324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C50B8-4960-20E0-741E-69769EC73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BAB3D-6183-D92A-ECA6-8B5A49849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98224-7334-5777-B758-02534467F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DDC3A-09F6-D766-1948-059A41917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02316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5953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20132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45374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5398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41129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3028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00356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29339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46778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08404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87361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80675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93363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33724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831322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81777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09702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2166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490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ECF0-0887-4ED4-9ECE-CA4760FF0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CB67F-B120-4E25-937F-ADEB8E494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A6291-C5E2-4760-AF6D-E6C255FF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47168-79C7-4C07-BBDD-3E90223C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50B2-4174-4A21-AA1D-2EB3838D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1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268E-C3BC-46CD-B9CF-12A6B8AD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DDFB6-A041-41E6-8E69-1A09516A5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F687E-5337-4F8D-8BEA-183B7B90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0419D-04B4-47D7-B3B1-C63FB1EB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0E2B-D720-404A-AC2C-12862551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4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02DB-F282-4507-BDD1-0083B76F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B3B55-DE30-4D6A-9B10-E59F21757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26045-187B-463D-B544-5E773187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FE643-22BE-496D-AFF8-0D9BC8C0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B851-1D24-4E38-A48C-28F6A506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90F5-207D-48F9-A2A2-440B6B4A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AE1C-8EF0-4F96-A9F2-CE930A724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96CAC-3C29-4BB2-8ABD-5D51E84CA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F799D-1DA0-4D1C-8C95-88420C7E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7B989-1B0B-4835-A466-60EACE3D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A4FD0-15EF-4948-9B16-100E913C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36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5681-09E7-4AE6-A961-10C72764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A6E36-7E8E-4DDC-AF66-C8178D237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27C46-E232-48CD-B27C-ECC692BDD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EC2CA-1706-44D4-A8B9-07CF0EA5E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156D0-5661-4D84-B022-108310B8C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6291B-EBB8-4EF3-A714-10387B8D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0BCCB-7138-4142-BB86-57DD6E593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8A061B-EE18-49C2-BDBC-6DFE3AEB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35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6ACD-2975-4629-AC63-764562E8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83772E-8778-40C3-8D61-B980E97D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EB123-E345-42E8-8163-3810A21B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D38206-EFF7-4476-993C-22DF4609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2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B118C-492F-48FB-85A1-688E6F41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A1C61-09A9-463B-81BE-A3D7AC1CE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77D34-87C1-4920-97F7-E9557C80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3E0F-BF19-4FC0-87C1-C3E31195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A4980-329A-4C95-8165-A710D40A2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7EDF6-8AE6-4BF9-B3A7-33E95D516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6FE0F-6E63-4A93-A2FF-0197307D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87724-F278-4DDC-AA9E-7DBB1F0A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6CB6B-4A0A-49B1-AC4A-198EEC94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7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F468-9BA8-4DA2-8769-DDB4467D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2B03A-630F-4640-870B-E25EBE2D5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4A604-F7A5-4DA0-AC3C-F3F7BD91F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88837-8AFE-4643-8C7D-BE4515E6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15173-1E15-40FD-B00D-964F9DF3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B9981-3097-4B3A-BC23-AC1C282F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0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BBC1-385E-4E09-B5D3-CE786A2C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0ABFE-5F0D-4DD9-98A7-142D09AD4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0F34B-3EC0-44E9-8A4D-F352D81F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E793-C90F-40CF-9938-2FD31E3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CD377-E4FB-4749-9357-FC36A97C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4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9F49F-08D8-4596-B882-9E0053CF0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B6953-F815-4371-A650-ECF0B0AC7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B8B0F-1EE8-49AA-BF49-A172833F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8C07-7C84-4CBD-90A8-E2C43E68B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8E80D-4AC2-4927-8CC9-A5EC475F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2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53EA3F-E42A-47BA-85EA-7949EC74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E1058-D073-49AA-AC58-406DEEE43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31A54-7DA2-4661-958A-CDF768A7D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A8124-5DE0-4C64-8DD2-F59998178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90E81-8810-4132-8895-80418399A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2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60" r:id="rId1"/>
    <p:sldLayoutId id="2147486161" r:id="rId2"/>
    <p:sldLayoutId id="2147486162" r:id="rId3"/>
    <p:sldLayoutId id="2147486163" r:id="rId4"/>
    <p:sldLayoutId id="2147486164" r:id="rId5"/>
    <p:sldLayoutId id="2147486165" r:id="rId6"/>
    <p:sldLayoutId id="2147486166" r:id="rId7"/>
    <p:sldLayoutId id="2147486167" r:id="rId8"/>
    <p:sldLayoutId id="2147486168" r:id="rId9"/>
    <p:sldLayoutId id="2147486169" r:id="rId10"/>
    <p:sldLayoutId id="214748617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16D06-93C2-4D3E-B082-CAABCFE7D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125" y="3429001"/>
            <a:ext cx="6858000" cy="1111469"/>
          </a:xfrm>
        </p:spPr>
        <p:txBody>
          <a:bodyPr>
            <a:normAutofit fontScale="85000" lnSpcReduction="10000"/>
          </a:bodyPr>
          <a:lstStyle/>
          <a:p>
            <a:r>
              <a:rPr lang="en-US" sz="3300" dirty="0"/>
              <a:t>LAPORAN BERGAMBAR BAGI KERJA-KERJA </a:t>
            </a:r>
          </a:p>
          <a:p>
            <a:r>
              <a:rPr lang="en-US" sz="3300" b="1" dirty="0"/>
              <a:t>PPM MEKANIKAL</a:t>
            </a:r>
          </a:p>
          <a:p>
            <a:endParaRPr lang="en-US" sz="33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57211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526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2146872" y="6157586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B1FC1C-5B20-4A74-AC9D-D7A74C6B51E5}"/>
              </a:ext>
            </a:extLst>
          </p:cNvPr>
          <p:cNvSpPr txBox="1"/>
          <p:nvPr/>
        </p:nvSpPr>
        <p:spPr>
          <a:xfrm>
            <a:off x="5031681" y="6169516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40220-ACD5-4710-AB6C-159A50CC9C7B}"/>
              </a:ext>
            </a:extLst>
          </p:cNvPr>
          <p:cNvSpPr txBox="1"/>
          <p:nvPr/>
        </p:nvSpPr>
        <p:spPr>
          <a:xfrm>
            <a:off x="423271" y="1618592"/>
            <a:ext cx="8563707" cy="48320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2000" b="1"/>
            </a:pPr>
            <a:r>
              <a:rPr lang="en-US" dirty="0"/>
              <a:t>TABLE OF CONTENTS</a:t>
            </a:r>
          </a:p>
          <a:p>
            <a:pPr>
              <a:defRPr sz="1600"/>
            </a:pPr>
            <a:r>
              <a:rPr lang="en-US" dirty="0"/>
              <a:t>1.0 Air Conditioning &amp; Mechanical Ventilation System 				 3–20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2.0 Fire Fighting System 						21–49</a:t>
            </a:r>
            <a:br>
              <a:rPr lang="en-US" dirty="0"/>
            </a:br>
            <a:endParaRPr lang="en-US" dirty="0"/>
          </a:p>
          <a:p>
            <a:pPr>
              <a:defRPr sz="1600"/>
            </a:pPr>
            <a:r>
              <a:rPr lang="en-US" dirty="0"/>
              <a:t>3.0 Lift								50-57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4.0 Gondola							58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5.0 Cold Water Supply 						59-66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6.0 Inspection of Mechanical Services Above Ceiling				67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7.0 Kitchen Equipment 						68-71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8.0 Irrigation System &amp; Landscape 					72-77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9.0 Other Mechanical Equipment System 					78-86</a:t>
            </a:r>
          </a:p>
          <a:p>
            <a:pPr>
              <a:defRPr sz="16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4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9975997"/>
              </p:ext>
            </p:extLst>
          </p:nvPr>
        </p:nvGraphicFramePr>
        <p:xfrm>
          <a:off x="35266" y="925348"/>
          <a:ext cx="9101960" cy="5513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7219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05110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Chiller (Plants Room)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 -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7409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35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9314393"/>
              </p:ext>
            </p:extLst>
          </p:nvPr>
        </p:nvGraphicFramePr>
        <p:xfrm>
          <a:off x="35266" y="1106903"/>
          <a:ext cx="9101960" cy="519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DAILY,MONTHLY,6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Water Cooled Chiller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ii – Chillers (Water Cooled)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1330744" y="5936910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D4C5D1-CA96-4E06-A161-39FF9C2399D2}"/>
              </a:ext>
            </a:extLst>
          </p:cNvPr>
          <p:cNvSpPr txBox="1"/>
          <p:nvPr/>
        </p:nvSpPr>
        <p:spPr>
          <a:xfrm>
            <a:off x="3517931" y="5919148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696B5F-2CB2-4F3E-A621-58FDB57E53AE}"/>
              </a:ext>
            </a:extLst>
          </p:cNvPr>
          <p:cNvSpPr txBox="1"/>
          <p:nvPr/>
        </p:nvSpPr>
        <p:spPr>
          <a:xfrm>
            <a:off x="5795354" y="5926896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26607" y="5900606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33359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372168"/>
              </p:ext>
            </p:extLst>
          </p:nvPr>
        </p:nvGraphicFramePr>
        <p:xfrm>
          <a:off x="35266" y="1106903"/>
          <a:ext cx="9101960" cy="5504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73771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DAILY,MONTHLY,6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0605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Air Cooled Chiller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ii – Chillers (Air Cooled Chiller System)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CBA22B1-B478-4ED0-B6DB-697F772F9A8C}"/>
              </a:ext>
            </a:extLst>
          </p:cNvPr>
          <p:cNvSpPr txBox="1"/>
          <p:nvPr/>
        </p:nvSpPr>
        <p:spPr>
          <a:xfrm>
            <a:off x="1235437" y="6218453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A760BE-20A9-4EC5-A885-0A1BE500E2F3}"/>
              </a:ext>
            </a:extLst>
          </p:cNvPr>
          <p:cNvSpPr txBox="1"/>
          <p:nvPr/>
        </p:nvSpPr>
        <p:spPr>
          <a:xfrm>
            <a:off x="3505313" y="6217492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44308D-E123-4348-84DD-E1D913830A7C}"/>
              </a:ext>
            </a:extLst>
          </p:cNvPr>
          <p:cNvSpPr txBox="1"/>
          <p:nvPr/>
        </p:nvSpPr>
        <p:spPr>
          <a:xfrm>
            <a:off x="5759797" y="6237680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BDB092-DF23-4415-B93A-EF9F1686B22F}"/>
              </a:ext>
            </a:extLst>
          </p:cNvPr>
          <p:cNvSpPr txBox="1"/>
          <p:nvPr/>
        </p:nvSpPr>
        <p:spPr>
          <a:xfrm>
            <a:off x="8065307" y="6203615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9880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068746"/>
              </p:ext>
            </p:extLst>
          </p:nvPr>
        </p:nvGraphicFramePr>
        <p:xfrm>
          <a:off x="35266" y="1106903"/>
          <a:ext cx="9101960" cy="519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Chilled Water Pump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iii – Pumps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1820036" y="6240311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9010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7107924"/>
              </p:ext>
            </p:extLst>
          </p:nvPr>
        </p:nvGraphicFramePr>
        <p:xfrm>
          <a:off x="35266" y="1106903"/>
          <a:ext cx="9101960" cy="519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Electric Motors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iv – Electric Motors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1876355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4337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582181"/>
              </p:ext>
            </p:extLst>
          </p:nvPr>
        </p:nvGraphicFramePr>
        <p:xfrm>
          <a:off x="35266" y="1106903"/>
          <a:ext cx="9101960" cy="5504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Electrical Switchboard/Control Panel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iv – Electrical Switchboard/Control Panel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1876355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8597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4429852"/>
              </p:ext>
            </p:extLst>
          </p:nvPr>
        </p:nvGraphicFramePr>
        <p:xfrm>
          <a:off x="35266" y="1106903"/>
          <a:ext cx="9101960" cy="514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85921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1.1.2 Heat Exchanger Plant 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3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9268605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1.1.3 Cooling Tower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pic>
      <p:nvPicPr>
        <p:cNvPr id="16" name="Photo 1"/>
        <p:cNvPicPr>
          <a:picLocks noChangeAspect="1"/>
        </p:cNvPicPr>
        <p:nvPr/>
      </p:nvPicPr>
      <p:blipFill>
        <a:blip r:embed="rId5"/>
        <a:stretch>
          <a:fillRect/>
        </a:stretch>
      </p:blipFill>
      <p:spPr>
        <a:xfrm>
          <a:off x="548640" y="2331720"/>
          <a:ext cx="3931920" cy="1868805"/>
        </a:xfrm>
        <a:prstGeom prst="rect">
          <a:avLst/>
        </a:prstGeom>
        <a:noFill/>
      </p:spPr>
    </p:pic>
    <p:pic>
      <p:nvPicPr>
        <p:cNvPr id="17" name="Photo 2"/>
        <p:cNvPicPr>
          <a:picLocks noChangeAspect="1"/>
        </p:cNvPicPr>
        <p:nvPr/>
      </p:nvPicPr>
      <p:blipFill>
        <a:blip r:embed="rId6"/>
        <a:stretch>
          <a:fillRect/>
        </a:stretch>
      </p:blipFill>
      <p:spPr>
        <a:xfrm>
          <a:off x="4663440" y="2331720"/>
          <a:ext cx="3931920" cy="1868805"/>
        </a:xfrm>
        <a:prstGeom prst="rect">
          <a:avLst/>
        </a:prstGeom>
        <a:noFill/>
      </p:spPr>
    </p:pic>
    <p:pic>
      <p:nvPicPr>
        <p:cNvPr id="18" name="Photo 3"/>
        <p:cNvPicPr>
          <a:picLocks noChangeAspect="1"/>
        </p:cNvPicPr>
        <p:nvPr/>
      </p:nvPicPr>
      <p:blipFill>
        <a:blip r:embed="rId7"/>
        <a:stretch>
          <a:fillRect/>
        </a:stretch>
      </p:blipFill>
      <p:spPr>
        <a:xfrm>
          <a:off x="548640" y="4303395"/>
          <a:ext cx="3931920" cy="1868805"/>
        </a:xfrm>
        <a:prstGeom prst="rect">
          <a:avLst/>
        </a:prstGeom>
        <a:noFill/>
      </p:spPr>
    </p:pic>
    <p:pic>
      <p:nvPicPr>
        <p:cNvPr id="19" name="Photo 4"/>
        <p:cNvPicPr>
          <a:picLocks noChangeAspect="1"/>
        </p:cNvPicPr>
        <p:nvPr/>
      </p:nvPicPr>
      <p:blipFill>
        <a:blip r:embed="rId8"/>
        <a:stretch>
          <a:fillRect/>
        </a:stretch>
      </p:blipFill>
      <p:spPr>
        <a:xfrm>
          <a:off x="4663440" y="4303395"/>
          <a:ext cx="3931920" cy="1868805"/>
        </a:xfrm>
        <a:prstGeom prst="rect">
          <a:avLst/>
        </a:prstGeom>
        <a:noFill/>
      </p:spPr>
    </p:pic>
    <p:extLst>
      <p:ext uri="{BB962C8B-B14F-4D97-AF65-F5344CB8AC3E}">
        <p14:creationId xmlns:p14="http://schemas.microsoft.com/office/powerpoint/2010/main" val="176852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0327090"/>
              </p:ext>
            </p:extLst>
          </p:nvPr>
        </p:nvGraphicFramePr>
        <p:xfrm>
          <a:off x="35266" y="1106903"/>
          <a:ext cx="9101960" cy="51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1138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1.1.4 Chilled Water Storage &amp; Expansion Tank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839361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3225410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1.1.5 Air Handling Unit &amp; Fan-Coils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457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1272914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1.1.6 Ducting, Grilles and Dampers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90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155774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1.1.7 The Performance of the complete ventilation Pressurization, exhaust and smoke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668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207375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1.4 Air Cooled Split Unit/VRF</a:t>
                      </a:r>
                      <a:br>
                        <a:rPr lang="en-US" b="1" dirty="0"/>
                      </a:br>
                      <a:r>
                        <a:rPr lang="en-US" dirty="0"/>
                        <a:t>1.4.1 Evaporator(Cooling Unit)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3B0B82-A978-4D3F-AFE0-EC273CD60D79}"/>
              </a:ext>
            </a:extLst>
          </p:cNvPr>
          <p:cNvSpPr txBox="1"/>
          <p:nvPr/>
        </p:nvSpPr>
        <p:spPr>
          <a:xfrm>
            <a:off x="5686680" y="591809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54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8980989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1.4 Air Cooled Split Unit/VRF</a:t>
                      </a:r>
                      <a:br>
                        <a:rPr lang="en-US" b="1" dirty="0"/>
                      </a:br>
                      <a:r>
                        <a:rPr lang="en-US" dirty="0"/>
                        <a:t>1.4.2 Condenser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3B0B82-A978-4D3F-AFE0-EC273CD60D79}"/>
              </a:ext>
            </a:extLst>
          </p:cNvPr>
          <p:cNvSpPr txBox="1"/>
          <p:nvPr/>
        </p:nvSpPr>
        <p:spPr>
          <a:xfrm>
            <a:off x="5686680" y="591809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296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33976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1.4 Air Cooled Split Unit/VRF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1.4.3 Electrical Switchboard/Control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3B0B82-A978-4D3F-AFE0-EC273CD60D79}"/>
              </a:ext>
            </a:extLst>
          </p:cNvPr>
          <p:cNvSpPr txBox="1"/>
          <p:nvPr/>
        </p:nvSpPr>
        <p:spPr>
          <a:xfrm>
            <a:off x="5686680" y="591809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776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9830077"/>
              </p:ext>
            </p:extLst>
          </p:nvPr>
        </p:nvGraphicFramePr>
        <p:xfrm>
          <a:off x="35266" y="1106903"/>
          <a:ext cx="9101960" cy="51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1138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1.5 Precision Air Conditioning(PAC)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1.5.1 Precision Air Conditioning – Evaporator / Condenser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059275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6893744"/>
              </p:ext>
            </p:extLst>
          </p:nvPr>
        </p:nvGraphicFramePr>
        <p:xfrm>
          <a:off x="35266" y="1106903"/>
          <a:ext cx="9101960" cy="51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1138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1.5 Precision Air Conditioning(PAC)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1.5.2 Precision Air Conditioning – Electrical Switchboard / 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81644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9105495"/>
              </p:ext>
            </p:extLst>
          </p:nvPr>
        </p:nvGraphicFramePr>
        <p:xfrm>
          <a:off x="35266" y="1106903"/>
          <a:ext cx="9101960" cy="51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 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1138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1.6 Piping and Fittings (Expose and </a:t>
                      </a:r>
                      <a:r>
                        <a:rPr lang="en-US" b="1" dirty="0" err="1"/>
                        <a:t>Accessable</a:t>
                      </a:r>
                      <a:r>
                        <a:rPr lang="en-US" b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93703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9099813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2.0 FIRE FIGHTING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2.1 General Fire Fighting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650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767293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2.2.1 Pump 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648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2865651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2.2.2 Tank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249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343384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2.2.3(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) Pump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889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7903651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2.2.3(ii) 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873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487271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2.2.4 Piping and Fitting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937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192109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2.2.5 </a:t>
                      </a:r>
                      <a:r>
                        <a:rPr lang="en-US" dirty="0" err="1"/>
                        <a:t>Landing,valve</a:t>
                      </a:r>
                      <a:r>
                        <a:rPr lang="en-US" dirty="0"/>
                        <a:t>, Hose Reel Drums, </a:t>
                      </a:r>
                      <a:r>
                        <a:rPr lang="en-US" dirty="0" err="1"/>
                        <a:t>Cradles,Hoses</a:t>
                      </a:r>
                      <a:r>
                        <a:rPr lang="en-US" dirty="0"/>
                        <a:t>, Nozzles, and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336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2.2.6 Sprinkler System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468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2.2.7Breeching Inlet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003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2346083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2.3 Fire Detection Alarm System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498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2.4.1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692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2.4.2 Battery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686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892469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2.4.3 Automatic Control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44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2.0 FIRE FIGHTING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2.4.4 Electrical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27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2.4.5 Handsets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470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2.4.6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367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2.5.1 Cylinder, Hoses, Canister,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67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2.5.2 Pilot Cylinder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970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2.5.3 Panel Fire Suppression system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424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727811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2.5.4 Devices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422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0923629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2.5.5 </a:t>
                      </a:r>
                      <a:r>
                        <a:rPr lang="en-US" dirty="0" err="1"/>
                        <a:t>Aerohub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906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2.6 Portable Fire </a:t>
                      </a:r>
                      <a:r>
                        <a:rPr lang="en-US" b="1" dirty="0" err="1"/>
                        <a:t>Extinguiser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299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2.7 </a:t>
                      </a:r>
                      <a:r>
                        <a:rPr lang="en-US" b="1" dirty="0" err="1"/>
                        <a:t>Bomba</a:t>
                      </a:r>
                      <a:r>
                        <a:rPr lang="en-US" b="1" dirty="0"/>
                        <a:t> Link SPKA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201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2.8.1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461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2.8.2 Pump 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8317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0296774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MONTHLY,3MONTHLY,6MONTHLY,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2.8.3 Tank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2870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2.8.4 Piping and Fitting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327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735100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2.8.5 Pump &amp; Motor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974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3083839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2.9 Painting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19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3.0 Lift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3.1 Motor Room Lift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347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3.2 Hoist way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632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3.3 Lift Car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3095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3.4 Entrance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155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3.5 Lift Pit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8682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3.6 Automatic Rescue Device (ARD)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0199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3.7 Building Control 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5588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0BC9-8851-105D-0F17-3E539A46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E16E2-4342-0221-476C-150A4BFBE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F14F8-F72B-81A4-FC17-4A453AEF2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BD8CA5E2-7724-8D95-C4E2-E57354F27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A1AB9C1-232A-6C40-CD5E-BE791AE10C82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86839AE-0DF7-6A17-140D-5445F98EEB93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DB9632-2744-037D-C925-860455DF2778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06819646-21A4-01CC-82B9-F1485C625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65613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3.8 VIP Lift Access System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1731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164A-8743-76C6-531B-B08CEDC1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50A1-653A-D719-C2DB-2A1EA9D14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96B34-B97A-583B-6979-DCE40F414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A7560F4F-279A-3802-7963-B192D4187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FE6392A-93DC-4B33-8EE3-98FF5CA6E06B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218072E-E2A7-EDBD-85F9-275196FB9741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BE39A82-1F9B-CC7D-B2D4-EF61F88C81E0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39F1D7E5-A716-9A84-AA3F-D1FEF536DD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799092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4.0 Gondola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7003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273634"/>
              </p:ext>
            </p:extLst>
          </p:nvPr>
        </p:nvGraphicFramePr>
        <p:xfrm>
          <a:off x="25106" y="1106902"/>
          <a:ext cx="9101960" cy="5545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5.0 COLD WATER SUPPLY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5.1 Cold Water Supply &amp; Booster Pump - Pump Room</a:t>
                      </a:r>
                    </a:p>
                    <a:p>
                      <a:pPr algn="ctr">
                        <a:lnSpc>
                          <a:spcPct val="250000"/>
                        </a:lnSpc>
                      </a:pPr>
                      <a:endParaRPr lang="en-US" b="1" dirty="0"/>
                    </a:p>
                    <a:p>
                      <a:pPr algn="ctr">
                        <a:lnSpc>
                          <a:spcPct val="250000"/>
                        </a:lnSpc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4353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1586806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5.2 Tank(Suction &amp; Storage)</a:t>
                      </a:r>
                    </a:p>
                    <a:p>
                      <a:pPr algn="ctr">
                        <a:lnSpc>
                          <a:spcPct val="250000"/>
                        </a:lnSpc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4659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5591188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5.3 Pumps(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)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1682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4050430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5.3 Pumps(ii) 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0708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5877428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5.4 Piping and Fitting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4103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5.5 Pressure Vessel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9902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6550172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5.6 Submersible pump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9858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5349819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5.7 painting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839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512C-53A2-ED9C-BEED-7419F4D5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F927-4960-7497-9FB3-6802E4802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8EE3C-5C29-BD40-52D8-6C049F011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95895511-CEA0-DFB4-AFFC-296C5301B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21662E6-F685-E5B9-9923-A8A4B8322176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D0B848-E9CF-171B-08AB-99B7B22BA7B7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4A65FE-38FF-C9CF-B9DC-8DA16CB3C7A0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7BC1AE9D-A827-65EF-FB3B-CF5AAC0467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701171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3MONTHLY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6.0 Inspection of mechanical Services Above Ceiling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9102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452824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7.0 Kitchen Equipment</a:t>
                      </a:r>
                      <a:br>
                        <a:rPr lang="en-US" b="1" dirty="0"/>
                      </a:br>
                      <a:r>
                        <a:rPr lang="en-US" b="0" dirty="0"/>
                        <a:t>7.1 Open Burner Range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307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7.2 Hobs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8686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8214975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7.3 Kitchen Hood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4385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4618629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7.4 Kitchen Exhaust Fan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0981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6537853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8.0 Irrigation system and Landscape</a:t>
                      </a:r>
                      <a:br>
                        <a:rPr lang="en-US" b="1" dirty="0"/>
                      </a:br>
                      <a:r>
                        <a:rPr lang="en-US" b="0" dirty="0"/>
                        <a:t>8.1 Water Pump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9867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7191233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8.2 Electrical Motor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2151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4126095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8.3 Electrical Switchboard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0709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8.4 Piping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260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8.5 Filter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2972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8.6 Skimmer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7040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7407423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9.0 Other Mechanical Equipment System</a:t>
                      </a:r>
                      <a:br>
                        <a:rPr lang="en-US" b="1" dirty="0"/>
                      </a:br>
                      <a:r>
                        <a:rPr lang="en-US" b="0" dirty="0" err="1"/>
                        <a:t>i</a:t>
                      </a:r>
                      <a:r>
                        <a:rPr lang="en-US" b="0" dirty="0"/>
                        <a:t>. Operation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8869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9198100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0" dirty="0"/>
                        <a:t>ii. Maintenance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472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686126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9.1 Roller Shutter/Fire Roller Shutter</a:t>
                      </a:r>
                      <a:br>
                        <a:rPr lang="en-US" b="1" dirty="0"/>
                      </a:br>
                      <a:r>
                        <a:rPr lang="en-US" b="0" dirty="0" err="1"/>
                        <a:t>i</a:t>
                      </a:r>
                      <a:r>
                        <a:rPr lang="en-US" b="0" dirty="0"/>
                        <a:t>.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5492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0" dirty="0"/>
                        <a:t>ii. Electrical Motors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1786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0" dirty="0"/>
                        <a:t>iii. Electrical Switchboard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2409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4751375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9.2 Hand Dryer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86194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1119532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9.3 Grey Water Harvesting System</a:t>
                      </a:r>
                      <a:br>
                        <a:rPr lang="en-US" b="1" dirty="0"/>
                      </a:br>
                      <a:r>
                        <a:rPr lang="en-US" b="0" dirty="0" err="1"/>
                        <a:t>i</a:t>
                      </a:r>
                      <a:r>
                        <a:rPr lang="en-US" b="0" dirty="0"/>
                        <a:t>.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9192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6730788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9.4 Rain Water Harvesting System</a:t>
                      </a:r>
                      <a:br>
                        <a:rPr lang="en-US" b="1" dirty="0"/>
                      </a:br>
                      <a:r>
                        <a:rPr lang="en-US" b="0" dirty="0" err="1"/>
                        <a:t>i</a:t>
                      </a:r>
                      <a:r>
                        <a:rPr lang="en-US" b="0" dirty="0"/>
                        <a:t>.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15256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8683094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AUGUST 2026 - 31 AUGUST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9.4 Rain Water Harvesting System</a:t>
                      </a:r>
                      <a:br>
                        <a:rPr lang="en-US" b="1" dirty="0"/>
                      </a:br>
                      <a:r>
                        <a:rPr lang="en-US" b="0" dirty="0"/>
                        <a:t>ii. 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8133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225791</TotalTime>
  <Words>4632</Words>
  <Application>Microsoft Office PowerPoint</Application>
  <PresentationFormat>On-screen Show (4:3)</PresentationFormat>
  <Paragraphs>526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1" baseType="lpstr">
      <vt:lpstr>Arial</vt:lpstr>
      <vt:lpstr>Calibri</vt:lpstr>
      <vt:lpstr>Calibri Light</vt:lpstr>
      <vt:lpstr>Tahoma</vt:lpstr>
      <vt:lpstr>1_Office Theme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FathurrahmanRoslan</dc:creator>
  <cp:lastModifiedBy>Zainal Che hassan</cp:lastModifiedBy>
  <cp:revision>5574</cp:revision>
  <cp:lastPrinted>2026-05-05T07:25:02Z</cp:lastPrinted>
  <dcterms:modified xsi:type="dcterms:W3CDTF">2026-08-19T22:43:23Z</dcterms:modified>
</cp:coreProperties>
</file>