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pic>
      <p:nvPicPr>
        <p:cNvPr id="16" name="Photo 1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17" name="Photo 2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18" name="Photo 3"/>
        <p:cNvPicPr>
          <a:picLocks noChangeAspect="1"/>
        </p:cNvPicPr>
        <p:nvPr/>
      </p:nvPicPr>
      <p:blipFill>
        <a:blip r:embed="rId7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19" name="Photo 4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SEPTEMBER 2026 - 30 SEPTEMBER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